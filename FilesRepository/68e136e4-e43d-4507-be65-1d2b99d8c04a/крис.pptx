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62" r:id="rId6"/>
    <p:sldId id="268" r:id="rId7"/>
    <p:sldId id="259" r:id="rId8"/>
    <p:sldId id="263" r:id="rId9"/>
  </p:sldIdLst>
  <p:sldSz cx="9144000" cy="5143500"/>
  <p:notesSz cx="6858000" cy="9144000"/>
  <p:embeddedFontLst>
    <p:embeddedFont>
      <p:font typeface="Architects Daughter"/>
      <p:regular r:id="rId13"/>
    </p:embeddedFont>
    <p:embeddedFont>
      <p:font typeface="Gloria Hallelujah" panose="02000000000000000000"/>
      <p:regular r:id="rId14"/>
    </p:embeddedFont>
    <p:embeddedFont>
      <p:font typeface="Comic Sans MS" panose="030F0702030302020204" charset="0"/>
      <p:regular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7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6B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7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ab903a529_2_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" name="Google Shape;89;g2eab903a529_2_7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eab903a529_2_1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9" name="Google Shape;119;g2eab903a529_2_10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eab903a529_2_2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5" name="Google Shape;245;g2eab903a529_2_23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eab903a529_2_5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9" name="Google Shape;539;g2eab903a529_2_52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eab903a529_2_1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g2eab903a529_2_11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eab903a529_2_2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8" name="Google Shape;278;g2eab903a529_2_26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image" Target="../media/image1.png"/><Relationship Id="rId4" Type="http://schemas.openxmlformats.org/officeDocument/2006/relationships/image" Target="../media/image2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image" Target="../media/image12.png"/><Relationship Id="rId4" Type="http://schemas.openxmlformats.org/officeDocument/2006/relationships/image" Target="../media/image1.png"/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-7929472">
            <a:off x="1612944" y="-691925"/>
            <a:ext cx="1112784" cy="2053796"/>
          </a:xfrm>
          <a:custGeom>
            <a:avLst/>
            <a:gdLst/>
            <a:ahLst/>
            <a:cxnLst/>
            <a:rect l="l" t="t" r="r" b="b"/>
            <a:pathLst>
              <a:path w="2229473" h="4114800" extrusionOk="0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11" name="Google Shape;11;p2"/>
          <p:cNvSpPr/>
          <p:nvPr/>
        </p:nvSpPr>
        <p:spPr>
          <a:xfrm rot="2140228">
            <a:off x="-1001135" y="2056194"/>
            <a:ext cx="2220931" cy="1550613"/>
          </a:xfrm>
          <a:custGeom>
            <a:avLst/>
            <a:gdLst/>
            <a:ahLst/>
            <a:cxnLst/>
            <a:rect l="l" t="t" r="r" b="b"/>
            <a:pathLst>
              <a:path w="4427605" h="3091273" extrusionOk="0">
                <a:moveTo>
                  <a:pt x="0" y="0"/>
                </a:moveTo>
                <a:lnTo>
                  <a:pt x="4427605" y="0"/>
                </a:lnTo>
                <a:lnTo>
                  <a:pt x="4427605" y="3091273"/>
                </a:lnTo>
                <a:lnTo>
                  <a:pt x="0" y="3091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2" name="Google Shape;12;p2"/>
          <p:cNvSpPr/>
          <p:nvPr/>
        </p:nvSpPr>
        <p:spPr>
          <a:xfrm>
            <a:off x="-43902" y="3351183"/>
            <a:ext cx="1948919" cy="2057400"/>
          </a:xfrm>
          <a:custGeom>
            <a:avLst/>
            <a:gdLst/>
            <a:ahLst/>
            <a:cxnLst/>
            <a:rect l="l" t="t" r="r" b="b"/>
            <a:pathLst>
              <a:path w="3897838" h="4114800" extrusionOk="0">
                <a:moveTo>
                  <a:pt x="0" y="0"/>
                </a:moveTo>
                <a:lnTo>
                  <a:pt x="3897838" y="0"/>
                </a:lnTo>
                <a:lnTo>
                  <a:pt x="3897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3" name="Google Shape;13;p2"/>
          <p:cNvSpPr/>
          <p:nvPr/>
        </p:nvSpPr>
        <p:spPr>
          <a:xfrm rot="-7929472">
            <a:off x="3565284" y="3714562"/>
            <a:ext cx="1112784" cy="2053796"/>
          </a:xfrm>
          <a:custGeom>
            <a:avLst/>
            <a:gdLst/>
            <a:ahLst/>
            <a:cxnLst/>
            <a:rect l="l" t="t" r="r" b="b"/>
            <a:pathLst>
              <a:path w="2229473" h="4114800" extrusionOk="0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pic>
        <p:nvPicPr>
          <p:cNvPr id="14" name="Google Shape;14;p2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269100" y="514350"/>
            <a:ext cx="6435123" cy="396539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/>
          <p:nvPr/>
        </p:nvSpPr>
        <p:spPr>
          <a:xfrm>
            <a:off x="7486558" y="2753004"/>
            <a:ext cx="1143092" cy="2390497"/>
          </a:xfrm>
          <a:custGeom>
            <a:avLst/>
            <a:gdLst/>
            <a:ahLst/>
            <a:cxnLst/>
            <a:rect l="l" t="t" r="r" b="b"/>
            <a:pathLst>
              <a:path w="2286184" h="4780993" extrusionOk="0">
                <a:moveTo>
                  <a:pt x="0" y="0"/>
                </a:moveTo>
                <a:lnTo>
                  <a:pt x="2286184" y="0"/>
                </a:lnTo>
                <a:lnTo>
                  <a:pt x="2286184" y="4780993"/>
                </a:lnTo>
                <a:lnTo>
                  <a:pt x="0" y="47809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/>
            </a:stretch>
          </a:blipFill>
          <a:ln>
            <a:noFill/>
          </a:ln>
        </p:spPr>
      </p:sp>
      <p:sp>
        <p:nvSpPr>
          <p:cNvPr id="16" name="Google Shape;16;p2"/>
          <p:cNvSpPr/>
          <p:nvPr/>
        </p:nvSpPr>
        <p:spPr>
          <a:xfrm>
            <a:off x="7117938" y="-166682"/>
            <a:ext cx="2090107" cy="2380040"/>
          </a:xfrm>
          <a:custGeom>
            <a:avLst/>
            <a:gdLst/>
            <a:ahLst/>
            <a:cxnLst/>
            <a:rect l="l" t="t" r="r" b="b"/>
            <a:pathLst>
              <a:path w="4180215" h="4760079" extrusionOk="0">
                <a:moveTo>
                  <a:pt x="0" y="0"/>
                </a:moveTo>
                <a:lnTo>
                  <a:pt x="4180215" y="0"/>
                </a:lnTo>
                <a:lnTo>
                  <a:pt x="4180215" y="4760079"/>
                </a:lnTo>
                <a:lnTo>
                  <a:pt x="0" y="4760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/>
            </a:stretch>
          </a:blipFill>
          <a:ln>
            <a:noFill/>
          </a:ln>
        </p:spPr>
      </p:sp>
      <p:sp>
        <p:nvSpPr>
          <p:cNvPr id="17" name="Google Shape;17;p2"/>
          <p:cNvSpPr/>
          <p:nvPr/>
        </p:nvSpPr>
        <p:spPr>
          <a:xfrm>
            <a:off x="-43902" y="103865"/>
            <a:ext cx="1312996" cy="2057400"/>
          </a:xfrm>
          <a:custGeom>
            <a:avLst/>
            <a:gdLst/>
            <a:ahLst/>
            <a:cxnLst/>
            <a:rect l="l" t="t" r="r" b="b"/>
            <a:pathLst>
              <a:path w="2625991" h="4114800" extrusionOk="0">
                <a:moveTo>
                  <a:pt x="0" y="0"/>
                </a:moveTo>
                <a:lnTo>
                  <a:pt x="2625991" y="0"/>
                </a:lnTo>
                <a:lnTo>
                  <a:pt x="26259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>
              <a:fillRect/>
            </a:stretch>
          </a:blipFill>
          <a:ln>
            <a:noFill/>
          </a:ln>
        </p:spPr>
      </p:sp>
      <p:sp>
        <p:nvSpPr>
          <p:cNvPr id="18" name="Google Shape;18;p2"/>
          <p:cNvSpPr/>
          <p:nvPr/>
        </p:nvSpPr>
        <p:spPr>
          <a:xfrm rot="5038560">
            <a:off x="8803597" y="1182910"/>
            <a:ext cx="1115322" cy="2058480"/>
          </a:xfrm>
          <a:custGeom>
            <a:avLst/>
            <a:gdLst/>
            <a:ahLst/>
            <a:cxnLst/>
            <a:rect l="l" t="t" r="r" b="b"/>
            <a:pathLst>
              <a:path w="2229473" h="4114800" extrusionOk="0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19" name="Google Shape;19;p2"/>
          <p:cNvSpPr txBox="1"/>
          <p:nvPr>
            <p:ph type="ctrTitle"/>
          </p:nvPr>
        </p:nvSpPr>
        <p:spPr>
          <a:xfrm>
            <a:off x="1763438" y="2008875"/>
            <a:ext cx="5559900" cy="16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" name="Google Shape;20;p2"/>
          <p:cNvSpPr txBox="1"/>
          <p:nvPr>
            <p:ph type="subTitle" idx="1"/>
          </p:nvPr>
        </p:nvSpPr>
        <p:spPr>
          <a:xfrm>
            <a:off x="2289450" y="1119275"/>
            <a:ext cx="4565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DE46"/>
              </a:buClr>
              <a:buSzPts val="2800"/>
              <a:buNone/>
              <a:defRPr sz="2800">
                <a:solidFill>
                  <a:srgbClr val="F7DE4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" name="Google Shape;21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1998300" y="2150850"/>
            <a:ext cx="5147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5" name="Google Shape;25;p3"/>
          <p:cNvSpPr/>
          <p:nvPr>
            <p:ph type="pic" idx="2"/>
          </p:nvPr>
        </p:nvSpPr>
        <p:spPr>
          <a:xfrm>
            <a:off x="306775" y="1985525"/>
            <a:ext cx="2069700" cy="2972400"/>
          </a:xfrm>
          <a:prstGeom prst="rect">
            <a:avLst/>
          </a:prstGeom>
          <a:noFill/>
          <a:ln w="28575" cap="flat" cmpd="sng">
            <a:solidFill>
              <a:srgbClr val="F7DE46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p3"/>
          <p:cNvSpPr/>
          <p:nvPr>
            <p:ph type="pic" idx="3"/>
          </p:nvPr>
        </p:nvSpPr>
        <p:spPr>
          <a:xfrm>
            <a:off x="6789625" y="139375"/>
            <a:ext cx="2069700" cy="2972400"/>
          </a:xfrm>
          <a:prstGeom prst="rect">
            <a:avLst/>
          </a:prstGeom>
          <a:noFill/>
          <a:ln w="28575" cap="flat" cmpd="sng">
            <a:solidFill>
              <a:srgbClr val="F7DE46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3"/>
          <p:cNvSpPr/>
          <p:nvPr/>
        </p:nvSpPr>
        <p:spPr>
          <a:xfrm rot="2140228">
            <a:off x="6678448" y="4072791"/>
            <a:ext cx="2226664" cy="1554617"/>
          </a:xfrm>
          <a:custGeom>
            <a:avLst/>
            <a:gdLst/>
            <a:ahLst/>
            <a:cxnLst/>
            <a:rect l="l" t="t" r="r" b="b"/>
            <a:pathLst>
              <a:path w="4439036" h="3099254" extrusionOk="0">
                <a:moveTo>
                  <a:pt x="0" y="0"/>
                </a:moveTo>
                <a:lnTo>
                  <a:pt x="4439036" y="0"/>
                </a:lnTo>
                <a:lnTo>
                  <a:pt x="4439036" y="3099254"/>
                </a:lnTo>
                <a:lnTo>
                  <a:pt x="0" y="3099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28" name="Google Shape;28;p3"/>
          <p:cNvSpPr/>
          <p:nvPr/>
        </p:nvSpPr>
        <p:spPr>
          <a:xfrm rot="2140228">
            <a:off x="-650660" y="-479211"/>
            <a:ext cx="2226664" cy="1554617"/>
          </a:xfrm>
          <a:custGeom>
            <a:avLst/>
            <a:gdLst/>
            <a:ahLst/>
            <a:cxnLst/>
            <a:rect l="l" t="t" r="r" b="b"/>
            <a:pathLst>
              <a:path w="4439036" h="3099254" extrusionOk="0">
                <a:moveTo>
                  <a:pt x="0" y="0"/>
                </a:moveTo>
                <a:lnTo>
                  <a:pt x="4439036" y="0"/>
                </a:lnTo>
                <a:lnTo>
                  <a:pt x="4439036" y="3099254"/>
                </a:lnTo>
                <a:lnTo>
                  <a:pt x="0" y="3099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29" name="Google Shape;29;p3"/>
          <p:cNvSpPr/>
          <p:nvPr/>
        </p:nvSpPr>
        <p:spPr>
          <a:xfrm rot="-1940363">
            <a:off x="7991479" y="-372270"/>
            <a:ext cx="1114876" cy="2057657"/>
          </a:xfrm>
          <a:custGeom>
            <a:avLst/>
            <a:gdLst/>
            <a:ahLst/>
            <a:cxnLst/>
            <a:rect l="l" t="t" r="r" b="b"/>
            <a:pathLst>
              <a:path w="2229473" h="4114800" extrusionOk="0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30" name="Google Shape;30;p3"/>
          <p:cNvSpPr/>
          <p:nvPr/>
        </p:nvSpPr>
        <p:spPr>
          <a:xfrm rot="-1940363">
            <a:off x="-490215" y="3440612"/>
            <a:ext cx="1114876" cy="2057657"/>
          </a:xfrm>
          <a:custGeom>
            <a:avLst/>
            <a:gdLst/>
            <a:ahLst/>
            <a:cxnLst/>
            <a:rect l="l" t="t" r="r" b="b"/>
            <a:pathLst>
              <a:path w="2229473" h="4114800" extrusionOk="0">
                <a:moveTo>
                  <a:pt x="0" y="0"/>
                </a:moveTo>
                <a:lnTo>
                  <a:pt x="2229474" y="0"/>
                </a:lnTo>
                <a:lnTo>
                  <a:pt x="22294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31" name="Google Shape;31;p3"/>
          <p:cNvSpPr/>
          <p:nvPr/>
        </p:nvSpPr>
        <p:spPr>
          <a:xfrm>
            <a:off x="2214287" y="0"/>
            <a:ext cx="1312995" cy="2057400"/>
          </a:xfrm>
          <a:custGeom>
            <a:avLst/>
            <a:gdLst/>
            <a:ahLst/>
            <a:cxnLst/>
            <a:rect l="l" t="t" r="r" b="b"/>
            <a:pathLst>
              <a:path w="2625991" h="4114800" extrusionOk="0">
                <a:moveTo>
                  <a:pt x="0" y="0"/>
                </a:moveTo>
                <a:lnTo>
                  <a:pt x="2625990" y="0"/>
                </a:lnTo>
                <a:lnTo>
                  <a:pt x="2625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35" name="Google Shape;35;p4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46482">
            <a:off x="4623566" y="833461"/>
            <a:ext cx="4286669" cy="493302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 txBox="1"/>
          <p:nvPr>
            <p:ph type="body" idx="1"/>
          </p:nvPr>
        </p:nvSpPr>
        <p:spPr>
          <a:xfrm>
            <a:off x="5094975" y="1523330"/>
            <a:ext cx="3398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/>
          <p:nvPr/>
        </p:nvSpPr>
        <p:spPr>
          <a:xfrm rot="675222" flipH="1">
            <a:off x="774283" y="1362812"/>
            <a:ext cx="3509889" cy="4708388"/>
          </a:xfrm>
          <a:custGeom>
            <a:avLst/>
            <a:gdLst/>
            <a:ahLst/>
            <a:cxnLst/>
            <a:rect l="l" t="t" r="r" b="b"/>
            <a:pathLst>
              <a:path w="7025313" h="9424200" extrusionOk="0">
                <a:moveTo>
                  <a:pt x="7025313" y="0"/>
                </a:moveTo>
                <a:lnTo>
                  <a:pt x="0" y="0"/>
                </a:lnTo>
                <a:lnTo>
                  <a:pt x="0" y="9424200"/>
                </a:lnTo>
                <a:lnTo>
                  <a:pt x="7025313" y="9424200"/>
                </a:lnTo>
                <a:lnTo>
                  <a:pt x="7025313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38" name="Google Shape;38;p4"/>
          <p:cNvSpPr/>
          <p:nvPr/>
        </p:nvSpPr>
        <p:spPr>
          <a:xfrm rot="2140228">
            <a:off x="-879952" y="1798659"/>
            <a:ext cx="2226664" cy="1554617"/>
          </a:xfrm>
          <a:custGeom>
            <a:avLst/>
            <a:gdLst/>
            <a:ahLst/>
            <a:cxnLst/>
            <a:rect l="l" t="t" r="r" b="b"/>
            <a:pathLst>
              <a:path w="4439036" h="3099254" extrusionOk="0">
                <a:moveTo>
                  <a:pt x="0" y="0"/>
                </a:moveTo>
                <a:lnTo>
                  <a:pt x="4439036" y="0"/>
                </a:lnTo>
                <a:lnTo>
                  <a:pt x="4439036" y="3099254"/>
                </a:lnTo>
                <a:lnTo>
                  <a:pt x="0" y="3099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39" name="Google Shape;39;p4"/>
          <p:cNvSpPr/>
          <p:nvPr/>
        </p:nvSpPr>
        <p:spPr>
          <a:xfrm rot="-1940363">
            <a:off x="7991479" y="-372270"/>
            <a:ext cx="1114876" cy="2057657"/>
          </a:xfrm>
          <a:custGeom>
            <a:avLst/>
            <a:gdLst/>
            <a:ahLst/>
            <a:cxnLst/>
            <a:rect l="l" t="t" r="r" b="b"/>
            <a:pathLst>
              <a:path w="2229473" h="4114800" extrusionOk="0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40" name="Google Shape;40;p4"/>
          <p:cNvSpPr/>
          <p:nvPr/>
        </p:nvSpPr>
        <p:spPr>
          <a:xfrm rot="8525995">
            <a:off x="3948356" y="4055968"/>
            <a:ext cx="1116032" cy="2059790"/>
          </a:xfrm>
          <a:custGeom>
            <a:avLst/>
            <a:gdLst/>
            <a:ahLst/>
            <a:cxnLst/>
            <a:rect l="l" t="t" r="r" b="b"/>
            <a:pathLst>
              <a:path w="2229473" h="4114800" extrusionOk="0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246075" y="495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5"/>
          <p:cNvSpPr txBox="1"/>
          <p:nvPr>
            <p:ph type="body" idx="2"/>
          </p:nvPr>
        </p:nvSpPr>
        <p:spPr>
          <a:xfrm>
            <a:off x="5243975" y="1457275"/>
            <a:ext cx="3845100" cy="31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just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just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just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just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just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just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just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just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just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6" name="Google Shape;46;p5"/>
          <p:cNvSpPr/>
          <p:nvPr/>
        </p:nvSpPr>
        <p:spPr>
          <a:xfrm rot="2140228">
            <a:off x="-879952" y="1798659"/>
            <a:ext cx="2226664" cy="1554617"/>
          </a:xfrm>
          <a:custGeom>
            <a:avLst/>
            <a:gdLst/>
            <a:ahLst/>
            <a:cxnLst/>
            <a:rect l="l" t="t" r="r" b="b"/>
            <a:pathLst>
              <a:path w="4439036" h="3099254" extrusionOk="0">
                <a:moveTo>
                  <a:pt x="0" y="0"/>
                </a:moveTo>
                <a:lnTo>
                  <a:pt x="4439036" y="0"/>
                </a:lnTo>
                <a:lnTo>
                  <a:pt x="4439036" y="3099254"/>
                </a:lnTo>
                <a:lnTo>
                  <a:pt x="0" y="3099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47" name="Google Shape;47;p5"/>
          <p:cNvSpPr/>
          <p:nvPr/>
        </p:nvSpPr>
        <p:spPr>
          <a:xfrm rot="-1940363">
            <a:off x="7991479" y="-372270"/>
            <a:ext cx="1114876" cy="2057657"/>
          </a:xfrm>
          <a:custGeom>
            <a:avLst/>
            <a:gdLst/>
            <a:ahLst/>
            <a:cxnLst/>
            <a:rect l="l" t="t" r="r" b="b"/>
            <a:pathLst>
              <a:path w="2229473" h="4114800" extrusionOk="0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48" name="Google Shape;48;p5"/>
          <p:cNvSpPr/>
          <p:nvPr/>
        </p:nvSpPr>
        <p:spPr>
          <a:xfrm rot="8525995">
            <a:off x="3948356" y="4055968"/>
            <a:ext cx="1116032" cy="2059790"/>
          </a:xfrm>
          <a:custGeom>
            <a:avLst/>
            <a:gdLst/>
            <a:ahLst/>
            <a:cxnLst/>
            <a:rect l="l" t="t" r="r" b="b"/>
            <a:pathLst>
              <a:path w="2229473" h="4114800" extrusionOk="0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>
            <p:ph type="pic" idx="2"/>
          </p:nvPr>
        </p:nvSpPr>
        <p:spPr>
          <a:xfrm>
            <a:off x="904588" y="1332850"/>
            <a:ext cx="2424900" cy="3270000"/>
          </a:xfrm>
          <a:prstGeom prst="rect">
            <a:avLst/>
          </a:prstGeom>
          <a:noFill/>
          <a:ln w="28575" cap="flat" cmpd="sng">
            <a:solidFill>
              <a:srgbClr val="F7DE46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6"/>
          <p:cNvSpPr/>
          <p:nvPr>
            <p:ph type="pic" idx="3"/>
          </p:nvPr>
        </p:nvSpPr>
        <p:spPr>
          <a:xfrm>
            <a:off x="5814521" y="1332850"/>
            <a:ext cx="2424900" cy="3270000"/>
          </a:xfrm>
          <a:prstGeom prst="rect">
            <a:avLst/>
          </a:prstGeom>
          <a:noFill/>
          <a:ln w="28575" cap="flat" cmpd="sng">
            <a:solidFill>
              <a:srgbClr val="F7DE46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6"/>
          <p:cNvSpPr txBox="1"/>
          <p:nvPr>
            <p:ph type="title"/>
          </p:nvPr>
        </p:nvSpPr>
        <p:spPr>
          <a:xfrm>
            <a:off x="702425" y="445025"/>
            <a:ext cx="813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4" name="Google Shape;54;p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709417" y="2654350"/>
            <a:ext cx="1725174" cy="474832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/>
          <p:nvPr/>
        </p:nvSpPr>
        <p:spPr>
          <a:xfrm rot="9021697">
            <a:off x="7859847" y="4170824"/>
            <a:ext cx="2221653" cy="1551118"/>
          </a:xfrm>
          <a:custGeom>
            <a:avLst/>
            <a:gdLst/>
            <a:ahLst/>
            <a:cxnLst/>
            <a:rect l="l" t="t" r="r" b="b"/>
            <a:pathLst>
              <a:path w="4439036" h="3099254" extrusionOk="0">
                <a:moveTo>
                  <a:pt x="0" y="0"/>
                </a:moveTo>
                <a:lnTo>
                  <a:pt x="4439036" y="0"/>
                </a:lnTo>
                <a:lnTo>
                  <a:pt x="4439036" y="3099254"/>
                </a:lnTo>
                <a:lnTo>
                  <a:pt x="0" y="3099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56" name="Google Shape;56;p6"/>
          <p:cNvSpPr/>
          <p:nvPr/>
        </p:nvSpPr>
        <p:spPr>
          <a:xfrm rot="6870904">
            <a:off x="7667487" y="-778826"/>
            <a:ext cx="1114918" cy="2057734"/>
          </a:xfrm>
          <a:custGeom>
            <a:avLst/>
            <a:gdLst/>
            <a:ahLst/>
            <a:cxnLst/>
            <a:rect l="l" t="t" r="r" b="b"/>
            <a:pathLst>
              <a:path w="2229473" h="4114800" extrusionOk="0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/>
          <p:nvPr/>
        </p:nvSpPr>
        <p:spPr>
          <a:xfrm rot="2140228">
            <a:off x="7517464" y="431242"/>
            <a:ext cx="2226664" cy="1554617"/>
          </a:xfrm>
          <a:custGeom>
            <a:avLst/>
            <a:gdLst/>
            <a:ahLst/>
            <a:cxnLst/>
            <a:rect l="l" t="t" r="r" b="b"/>
            <a:pathLst>
              <a:path w="4439036" h="3099254" extrusionOk="0">
                <a:moveTo>
                  <a:pt x="0" y="0"/>
                </a:moveTo>
                <a:lnTo>
                  <a:pt x="4439036" y="0"/>
                </a:lnTo>
                <a:lnTo>
                  <a:pt x="4439036" y="3099255"/>
                </a:lnTo>
                <a:lnTo>
                  <a:pt x="0" y="30992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59" name="Google Shape;59;p7"/>
          <p:cNvSpPr/>
          <p:nvPr/>
        </p:nvSpPr>
        <p:spPr>
          <a:xfrm rot="-292966">
            <a:off x="519729" y="461901"/>
            <a:ext cx="5747342" cy="8126061"/>
          </a:xfrm>
          <a:custGeom>
            <a:avLst/>
            <a:gdLst/>
            <a:ahLst/>
            <a:cxnLst/>
            <a:rect l="l" t="t" r="r" b="b"/>
            <a:pathLst>
              <a:path w="11510521" h="16274515" extrusionOk="0">
                <a:moveTo>
                  <a:pt x="0" y="0"/>
                </a:moveTo>
                <a:lnTo>
                  <a:pt x="11510521" y="0"/>
                </a:lnTo>
                <a:lnTo>
                  <a:pt x="11510521" y="16274516"/>
                </a:lnTo>
                <a:lnTo>
                  <a:pt x="0" y="162745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60" name="Google Shape;60;p7"/>
          <p:cNvSpPr/>
          <p:nvPr/>
        </p:nvSpPr>
        <p:spPr>
          <a:xfrm rot="-7929472">
            <a:off x="332517" y="-802882"/>
            <a:ext cx="1112784" cy="2053796"/>
          </a:xfrm>
          <a:custGeom>
            <a:avLst/>
            <a:gdLst/>
            <a:ahLst/>
            <a:cxnLst/>
            <a:rect l="l" t="t" r="r" b="b"/>
            <a:pathLst>
              <a:path w="2229473" h="4114800" extrusionOk="0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pic>
        <p:nvPicPr>
          <p:cNvPr id="61" name="Google Shape;61;p7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383881" y="-1009750"/>
            <a:ext cx="3445969" cy="1058072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7"/>
          <p:cNvSpPr txBox="1"/>
          <p:nvPr>
            <p:ph type="title"/>
          </p:nvPr>
        </p:nvSpPr>
        <p:spPr>
          <a:xfrm rot="-303063">
            <a:off x="1146315" y="246170"/>
            <a:ext cx="4743119" cy="39498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3" name="Google Shape;63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8"/>
          <p:cNvGrpSpPr/>
          <p:nvPr/>
        </p:nvGrpSpPr>
        <p:grpSpPr>
          <a:xfrm>
            <a:off x="514350" y="-12"/>
            <a:ext cx="4006004" cy="4896186"/>
            <a:chOff x="0" y="-228600"/>
            <a:chExt cx="2110200" cy="2098935"/>
          </a:xfrm>
        </p:grpSpPr>
        <p:sp>
          <p:nvSpPr>
            <p:cNvPr id="66" name="Google Shape;66;p8"/>
            <p:cNvSpPr/>
            <p:nvPr/>
          </p:nvSpPr>
          <p:spPr>
            <a:xfrm>
              <a:off x="0" y="0"/>
              <a:ext cx="2110157" cy="1870335"/>
            </a:xfrm>
            <a:custGeom>
              <a:avLst/>
              <a:gdLst/>
              <a:ahLst/>
              <a:cxnLst/>
              <a:rect l="l" t="t" r="r" b="b"/>
              <a:pathLst>
                <a:path w="2110157" h="1870335" extrusionOk="0">
                  <a:moveTo>
                    <a:pt x="0" y="0"/>
                  </a:moveTo>
                  <a:lnTo>
                    <a:pt x="2110157" y="0"/>
                  </a:lnTo>
                  <a:lnTo>
                    <a:pt x="2110157" y="1870335"/>
                  </a:lnTo>
                  <a:lnTo>
                    <a:pt x="0" y="1870335"/>
                  </a:lnTo>
                  <a:close/>
                </a:path>
              </a:pathLst>
            </a:custGeom>
            <a:solidFill>
              <a:srgbClr val="F46BBD"/>
            </a:solidFill>
            <a:ln>
              <a:noFill/>
            </a:ln>
          </p:spPr>
        </p:sp>
        <p:sp>
          <p:nvSpPr>
            <p:cNvPr id="67" name="Google Shape;67;p8"/>
            <p:cNvSpPr txBox="1"/>
            <p:nvPr/>
          </p:nvSpPr>
          <p:spPr>
            <a:xfrm>
              <a:off x="0" y="-228600"/>
              <a:ext cx="2110200" cy="209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26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68" name="Google Shape;68;p8"/>
          <p:cNvGrpSpPr/>
          <p:nvPr/>
        </p:nvGrpSpPr>
        <p:grpSpPr>
          <a:xfrm>
            <a:off x="4758225" y="-838397"/>
            <a:ext cx="4156093" cy="5734587"/>
            <a:chOff x="0" y="-228600"/>
            <a:chExt cx="2039400" cy="935236"/>
          </a:xfrm>
        </p:grpSpPr>
        <p:sp>
          <p:nvSpPr>
            <p:cNvPr id="69" name="Google Shape;69;p8"/>
            <p:cNvSpPr/>
            <p:nvPr/>
          </p:nvSpPr>
          <p:spPr>
            <a:xfrm>
              <a:off x="0" y="0"/>
              <a:ext cx="2039269" cy="706636"/>
            </a:xfrm>
            <a:custGeom>
              <a:avLst/>
              <a:gdLst/>
              <a:ahLst/>
              <a:cxnLst/>
              <a:rect l="l" t="t" r="r" b="b"/>
              <a:pathLst>
                <a:path w="2039269" h="706636" extrusionOk="0">
                  <a:moveTo>
                    <a:pt x="0" y="0"/>
                  </a:moveTo>
                  <a:lnTo>
                    <a:pt x="2039269" y="0"/>
                  </a:lnTo>
                  <a:lnTo>
                    <a:pt x="2039269" y="706636"/>
                  </a:lnTo>
                  <a:lnTo>
                    <a:pt x="0" y="706636"/>
                  </a:lnTo>
                  <a:close/>
                </a:path>
              </a:pathLst>
            </a:custGeom>
            <a:solidFill>
              <a:srgbClr val="F7DE46"/>
            </a:solidFill>
            <a:ln>
              <a:noFill/>
            </a:ln>
          </p:spPr>
        </p:sp>
        <p:sp>
          <p:nvSpPr>
            <p:cNvPr id="70" name="Google Shape;70;p8"/>
            <p:cNvSpPr txBox="1"/>
            <p:nvPr/>
          </p:nvSpPr>
          <p:spPr>
            <a:xfrm>
              <a:off x="0" y="-228600"/>
              <a:ext cx="2039400" cy="93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26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71" name="Google Shape;71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8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3" name="Google Shape;73;p8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75" name="Google Shape;75;p8"/>
          <p:cNvSpPr/>
          <p:nvPr/>
        </p:nvSpPr>
        <p:spPr>
          <a:xfrm>
            <a:off x="2517351" y="3976326"/>
            <a:ext cx="2216378" cy="1305648"/>
          </a:xfrm>
          <a:custGeom>
            <a:avLst/>
            <a:gdLst/>
            <a:ahLst/>
            <a:cxnLst/>
            <a:rect l="l" t="t" r="r" b="b"/>
            <a:pathLst>
              <a:path w="4432756" h="2611296" extrusionOk="0">
                <a:moveTo>
                  <a:pt x="0" y="0"/>
                </a:moveTo>
                <a:lnTo>
                  <a:pt x="4432756" y="0"/>
                </a:lnTo>
                <a:lnTo>
                  <a:pt x="4432756" y="2611296"/>
                </a:lnTo>
                <a:lnTo>
                  <a:pt x="0" y="2611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76" name="Google Shape;76;p8"/>
          <p:cNvSpPr/>
          <p:nvPr/>
        </p:nvSpPr>
        <p:spPr>
          <a:xfrm rot="9021697">
            <a:off x="7183097" y="-254576"/>
            <a:ext cx="2221653" cy="1551118"/>
          </a:xfrm>
          <a:custGeom>
            <a:avLst/>
            <a:gdLst/>
            <a:ahLst/>
            <a:cxnLst/>
            <a:rect l="l" t="t" r="r" b="b"/>
            <a:pathLst>
              <a:path w="4439036" h="3099254" extrusionOk="0">
                <a:moveTo>
                  <a:pt x="0" y="0"/>
                </a:moveTo>
                <a:lnTo>
                  <a:pt x="4439036" y="0"/>
                </a:lnTo>
                <a:lnTo>
                  <a:pt x="4439036" y="3099254"/>
                </a:lnTo>
                <a:lnTo>
                  <a:pt x="0" y="3099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77" name="Google Shape;77;p8"/>
          <p:cNvSpPr/>
          <p:nvPr/>
        </p:nvSpPr>
        <p:spPr>
          <a:xfrm rot="4299334">
            <a:off x="169547" y="-737547"/>
            <a:ext cx="1115698" cy="2059174"/>
          </a:xfrm>
          <a:custGeom>
            <a:avLst/>
            <a:gdLst/>
            <a:ahLst/>
            <a:cxnLst/>
            <a:rect l="l" t="t" r="r" b="b"/>
            <a:pathLst>
              <a:path w="2229473" h="4114800" extrusionOk="0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308533" y="2419264"/>
            <a:ext cx="4600675" cy="449849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9"/>
          <p:cNvSpPr/>
          <p:nvPr/>
        </p:nvSpPr>
        <p:spPr>
          <a:xfrm rot="2140228">
            <a:off x="-981882" y="3856059"/>
            <a:ext cx="2226664" cy="1554617"/>
          </a:xfrm>
          <a:custGeom>
            <a:avLst/>
            <a:gdLst/>
            <a:ahLst/>
            <a:cxnLst/>
            <a:rect l="l" t="t" r="r" b="b"/>
            <a:pathLst>
              <a:path w="4439036" h="3099254" extrusionOk="0">
                <a:moveTo>
                  <a:pt x="0" y="0"/>
                </a:moveTo>
                <a:lnTo>
                  <a:pt x="4439036" y="0"/>
                </a:lnTo>
                <a:lnTo>
                  <a:pt x="4439036" y="3099254"/>
                </a:lnTo>
                <a:lnTo>
                  <a:pt x="0" y="3099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81" name="Google Shape;81;p9"/>
          <p:cNvSpPr/>
          <p:nvPr/>
        </p:nvSpPr>
        <p:spPr>
          <a:xfrm rot="-5658638">
            <a:off x="7887649" y="-13656"/>
            <a:ext cx="1112309" cy="2052920"/>
          </a:xfrm>
          <a:custGeom>
            <a:avLst/>
            <a:gdLst/>
            <a:ahLst/>
            <a:cxnLst/>
            <a:rect l="l" t="t" r="r" b="b"/>
            <a:pathLst>
              <a:path w="2229473" h="4114800" extrusionOk="0">
                <a:moveTo>
                  <a:pt x="0" y="0"/>
                </a:moveTo>
                <a:lnTo>
                  <a:pt x="2229474" y="0"/>
                </a:lnTo>
                <a:lnTo>
                  <a:pt x="22294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82" name="Google Shape;82;p9"/>
          <p:cNvSpPr txBox="1"/>
          <p:nvPr>
            <p:ph type="body" idx="1"/>
          </p:nvPr>
        </p:nvSpPr>
        <p:spPr>
          <a:xfrm>
            <a:off x="439088" y="710250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3" name="Google Shape;83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86" name="Google Shape;86;p1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108312" y="-63212"/>
            <a:ext cx="9360625" cy="526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tects Daughter"/>
              <a:buNone/>
              <a:defRPr sz="2800">
                <a:solidFill>
                  <a:schemeClr val="dk1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ru-RU" altLang="en-US"/>
              <a:t>рпгкумимпы</a:t>
            </a:r>
            <a:br>
              <a:rPr lang="en-US"/>
            </a:br>
            <a:endParaRPr lang="en-US"/>
          </a:p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chitects Daughter"/>
              <a:buChar char="●"/>
              <a:defRPr sz="1800">
                <a:solidFill>
                  <a:schemeClr val="dk2"/>
                </a:solidFill>
                <a:latin typeface="Architects Daughter"/>
                <a:ea typeface="Architects Daughter"/>
                <a:cs typeface="Architects Daughter"/>
                <a:sym typeface="Architects Daughter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loria Hallelujah" panose="02000000000000000000"/>
              <a:buChar char="○"/>
              <a:defRPr>
                <a:solidFill>
                  <a:schemeClr val="dk2"/>
                </a:solidFill>
                <a:latin typeface="Gloria Hallelujah" panose="02000000000000000000"/>
                <a:ea typeface="Gloria Hallelujah" panose="02000000000000000000"/>
                <a:cs typeface="Gloria Hallelujah" panose="02000000000000000000"/>
                <a:sym typeface="Gloria Hallelujah" panose="02000000000000000000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 panose="02000000000000000000"/>
              <a:buChar char="■"/>
              <a:defRPr>
                <a:solidFill>
                  <a:schemeClr val="dk2"/>
                </a:solidFill>
                <a:latin typeface="Andika" panose="02000000000000000000"/>
                <a:ea typeface="Andika" panose="02000000000000000000"/>
                <a:cs typeface="Andika" panose="02000000000000000000"/>
                <a:sym typeface="Andika" panose="02000000000000000000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 panose="02000000000000000000"/>
              <a:buChar char="●"/>
              <a:defRPr>
                <a:solidFill>
                  <a:schemeClr val="dk2"/>
                </a:solidFill>
                <a:latin typeface="Andika" panose="02000000000000000000"/>
                <a:ea typeface="Andika" panose="02000000000000000000"/>
                <a:cs typeface="Andika" panose="02000000000000000000"/>
                <a:sym typeface="Andika" panose="02000000000000000000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 panose="02000000000000000000"/>
              <a:buChar char="○"/>
              <a:defRPr>
                <a:solidFill>
                  <a:schemeClr val="dk2"/>
                </a:solidFill>
                <a:latin typeface="Andika" panose="02000000000000000000"/>
                <a:ea typeface="Andika" panose="02000000000000000000"/>
                <a:cs typeface="Andika" panose="02000000000000000000"/>
                <a:sym typeface="Andika" panose="02000000000000000000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 panose="02000000000000000000"/>
              <a:buChar char="■"/>
              <a:defRPr>
                <a:solidFill>
                  <a:schemeClr val="dk2"/>
                </a:solidFill>
                <a:latin typeface="Andika" panose="02000000000000000000"/>
                <a:ea typeface="Andika" panose="02000000000000000000"/>
                <a:cs typeface="Andika" panose="02000000000000000000"/>
                <a:sym typeface="Andika" panose="02000000000000000000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 panose="02000000000000000000"/>
              <a:buChar char="●"/>
              <a:defRPr>
                <a:solidFill>
                  <a:schemeClr val="dk2"/>
                </a:solidFill>
                <a:latin typeface="Andika" panose="02000000000000000000"/>
                <a:ea typeface="Andika" panose="02000000000000000000"/>
                <a:cs typeface="Andika" panose="02000000000000000000"/>
                <a:sym typeface="Andika" panose="02000000000000000000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 panose="02000000000000000000"/>
              <a:buChar char="○"/>
              <a:defRPr>
                <a:solidFill>
                  <a:schemeClr val="dk2"/>
                </a:solidFill>
                <a:latin typeface="Andika" panose="02000000000000000000"/>
                <a:ea typeface="Andika" panose="02000000000000000000"/>
                <a:cs typeface="Andika" panose="02000000000000000000"/>
                <a:sym typeface="Andika" panose="02000000000000000000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dika" panose="02000000000000000000"/>
              <a:buChar char="■"/>
              <a:defRPr>
                <a:solidFill>
                  <a:schemeClr val="dk2"/>
                </a:solidFill>
                <a:latin typeface="Andika" panose="02000000000000000000"/>
                <a:ea typeface="Andika" panose="02000000000000000000"/>
                <a:cs typeface="Andika" panose="02000000000000000000"/>
                <a:sym typeface="Andika" panose="02000000000000000000"/>
              </a:defRPr>
            </a:lvl9pPr>
          </a:lstStyle>
          <a:p>
            <a:r>
              <a:rPr lang="ru-RU" altLang="en-US"/>
              <a:t>мцивфуомалд</a:t>
            </a:r>
            <a:endParaRPr lang="ru-RU" altLang="en-US"/>
          </a:p>
          <a:p>
            <a:endParaRPr lang="ru-RU" altLang="en-US"/>
          </a:p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Comic Sans MS" panose="030F0702030302020204" charset="0"/>
          <a:ea typeface="Arial" panose="020B0604020202020204"/>
          <a:cs typeface="Comic Sans MS" panose="030F0702030302020204" charset="0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1430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9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1.png"/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9.xml"/><Relationship Id="rId5" Type="http://schemas.openxmlformats.org/officeDocument/2006/relationships/image" Target="../media/image2.png"/><Relationship Id="rId4" Type="http://schemas.openxmlformats.org/officeDocument/2006/relationships/image" Target="../media/image22.png"/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26.jpeg"/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DC"/>
        </a:solidFill>
        <a:effectLst/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/>
          <p:nvPr/>
        </p:nvSpPr>
        <p:spPr>
          <a:xfrm rot="-7934859">
            <a:off x="1610918" y="-696267"/>
            <a:ext cx="1114737" cy="2057400"/>
          </a:xfrm>
          <a:custGeom>
            <a:avLst/>
            <a:gdLst/>
            <a:ahLst/>
            <a:cxnLst/>
            <a:rect l="l" t="t" r="r" b="b"/>
            <a:pathLst>
              <a:path w="2229473" h="4114800" extrusionOk="0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92" name="Google Shape;92;p11"/>
          <p:cNvSpPr/>
          <p:nvPr/>
        </p:nvSpPr>
        <p:spPr>
          <a:xfrm rot="2139414">
            <a:off x="4489376" y="-553338"/>
            <a:ext cx="2219518" cy="1549627"/>
          </a:xfrm>
          <a:custGeom>
            <a:avLst/>
            <a:gdLst/>
            <a:ahLst/>
            <a:cxnLst/>
            <a:rect l="l" t="t" r="r" b="b"/>
            <a:pathLst>
              <a:path w="4439036" h="3099254" extrusionOk="0">
                <a:moveTo>
                  <a:pt x="0" y="0"/>
                </a:moveTo>
                <a:lnTo>
                  <a:pt x="4439036" y="0"/>
                </a:lnTo>
                <a:lnTo>
                  <a:pt x="4439036" y="3099254"/>
                </a:lnTo>
                <a:lnTo>
                  <a:pt x="0" y="3099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93" name="Google Shape;93;p11"/>
          <p:cNvSpPr/>
          <p:nvPr/>
        </p:nvSpPr>
        <p:spPr>
          <a:xfrm rot="2139414">
            <a:off x="-998714" y="2054477"/>
            <a:ext cx="2213802" cy="1545637"/>
          </a:xfrm>
          <a:custGeom>
            <a:avLst/>
            <a:gdLst/>
            <a:ahLst/>
            <a:cxnLst/>
            <a:rect l="l" t="t" r="r" b="b"/>
            <a:pathLst>
              <a:path w="4427605" h="3091273" extrusionOk="0">
                <a:moveTo>
                  <a:pt x="0" y="0"/>
                </a:moveTo>
                <a:lnTo>
                  <a:pt x="4427605" y="0"/>
                </a:lnTo>
                <a:lnTo>
                  <a:pt x="4427605" y="3091273"/>
                </a:lnTo>
                <a:lnTo>
                  <a:pt x="0" y="3091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94" name="Google Shape;94;p11"/>
          <p:cNvSpPr/>
          <p:nvPr/>
        </p:nvSpPr>
        <p:spPr>
          <a:xfrm rot="2139414">
            <a:off x="6097142" y="3966102"/>
            <a:ext cx="2213803" cy="1545636"/>
          </a:xfrm>
          <a:custGeom>
            <a:avLst/>
            <a:gdLst/>
            <a:ahLst/>
            <a:cxnLst/>
            <a:rect l="l" t="t" r="r" b="b"/>
            <a:pathLst>
              <a:path w="4427605" h="3091273" extrusionOk="0">
                <a:moveTo>
                  <a:pt x="0" y="0"/>
                </a:moveTo>
                <a:lnTo>
                  <a:pt x="4427604" y="0"/>
                </a:lnTo>
                <a:lnTo>
                  <a:pt x="4427604" y="3091273"/>
                </a:lnTo>
                <a:lnTo>
                  <a:pt x="0" y="3091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95" name="Google Shape;95;p11"/>
          <p:cNvSpPr/>
          <p:nvPr/>
        </p:nvSpPr>
        <p:spPr>
          <a:xfrm>
            <a:off x="-43902" y="3351183"/>
            <a:ext cx="1948919" cy="2057400"/>
          </a:xfrm>
          <a:custGeom>
            <a:avLst/>
            <a:gdLst/>
            <a:ahLst/>
            <a:cxnLst/>
            <a:rect l="l" t="t" r="r" b="b"/>
            <a:pathLst>
              <a:path w="3897838" h="4114800" extrusionOk="0">
                <a:moveTo>
                  <a:pt x="0" y="0"/>
                </a:moveTo>
                <a:lnTo>
                  <a:pt x="3897838" y="0"/>
                </a:lnTo>
                <a:lnTo>
                  <a:pt x="38978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96" name="Google Shape;96;p11"/>
          <p:cNvSpPr/>
          <p:nvPr/>
        </p:nvSpPr>
        <p:spPr>
          <a:xfrm rot="-7934859">
            <a:off x="3563259" y="3710220"/>
            <a:ext cx="1114737" cy="2057400"/>
          </a:xfrm>
          <a:custGeom>
            <a:avLst/>
            <a:gdLst/>
            <a:ahLst/>
            <a:cxnLst/>
            <a:rect l="l" t="t" r="r" b="b"/>
            <a:pathLst>
              <a:path w="2229473" h="4114800" extrusionOk="0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pic>
        <p:nvPicPr>
          <p:cNvPr id="97" name="Google Shape;97;p1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269100" y="514350"/>
            <a:ext cx="6435123" cy="396539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/>
          <p:nvPr/>
        </p:nvSpPr>
        <p:spPr>
          <a:xfrm>
            <a:off x="7486558" y="2753004"/>
            <a:ext cx="1143092" cy="2390497"/>
          </a:xfrm>
          <a:custGeom>
            <a:avLst/>
            <a:gdLst/>
            <a:ahLst/>
            <a:cxnLst/>
            <a:rect l="l" t="t" r="r" b="b"/>
            <a:pathLst>
              <a:path w="2286184" h="4780993" extrusionOk="0">
                <a:moveTo>
                  <a:pt x="0" y="0"/>
                </a:moveTo>
                <a:lnTo>
                  <a:pt x="2286184" y="0"/>
                </a:lnTo>
                <a:lnTo>
                  <a:pt x="2286184" y="4780993"/>
                </a:lnTo>
                <a:lnTo>
                  <a:pt x="0" y="47809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99" name="Google Shape;99;p11"/>
          <p:cNvSpPr/>
          <p:nvPr/>
        </p:nvSpPr>
        <p:spPr>
          <a:xfrm>
            <a:off x="7117938" y="-166682"/>
            <a:ext cx="2090107" cy="2380040"/>
          </a:xfrm>
          <a:custGeom>
            <a:avLst/>
            <a:gdLst/>
            <a:ahLst/>
            <a:cxnLst/>
            <a:rect l="l" t="t" r="r" b="b"/>
            <a:pathLst>
              <a:path w="4180215" h="4760079" extrusionOk="0">
                <a:moveTo>
                  <a:pt x="0" y="0"/>
                </a:moveTo>
                <a:lnTo>
                  <a:pt x="4180215" y="0"/>
                </a:lnTo>
                <a:lnTo>
                  <a:pt x="4180215" y="4760079"/>
                </a:lnTo>
                <a:lnTo>
                  <a:pt x="0" y="4760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/>
            </a:stretch>
          </a:blipFill>
          <a:ln>
            <a:noFill/>
          </a:ln>
        </p:spPr>
      </p:sp>
      <p:sp>
        <p:nvSpPr>
          <p:cNvPr id="100" name="Google Shape;100;p11"/>
          <p:cNvSpPr/>
          <p:nvPr/>
        </p:nvSpPr>
        <p:spPr>
          <a:xfrm>
            <a:off x="-43902" y="103865"/>
            <a:ext cx="1312996" cy="2057400"/>
          </a:xfrm>
          <a:custGeom>
            <a:avLst/>
            <a:gdLst/>
            <a:ahLst/>
            <a:cxnLst/>
            <a:rect l="l" t="t" r="r" b="b"/>
            <a:pathLst>
              <a:path w="2625991" h="4114800" extrusionOk="0">
                <a:moveTo>
                  <a:pt x="0" y="0"/>
                </a:moveTo>
                <a:lnTo>
                  <a:pt x="2625991" y="0"/>
                </a:lnTo>
                <a:lnTo>
                  <a:pt x="26259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/>
            </a:stretch>
          </a:blipFill>
          <a:ln>
            <a:noFill/>
          </a:ln>
        </p:spPr>
      </p:sp>
      <p:sp>
        <p:nvSpPr>
          <p:cNvPr id="101" name="Google Shape;101;p11"/>
          <p:cNvSpPr txBox="1"/>
          <p:nvPr/>
        </p:nvSpPr>
        <p:spPr>
          <a:xfrm>
            <a:off x="2402205" y="1828800"/>
            <a:ext cx="4587875" cy="1701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>
                <a:solidFill>
                  <a:schemeClr val="tx1">
                    <a:lumMod val="10000"/>
                    <a:lumOff val="90000"/>
                  </a:schemeClr>
                </a:solidFill>
                <a:latin typeface="Comic Sans MS" panose="030F0702030302020204" charset="0"/>
                <a:cs typeface="Comic Sans MS" panose="030F0702030302020204" charset="0"/>
              </a:rPr>
              <a:t>Математика вокруг нас</a:t>
            </a:r>
            <a:r>
              <a:rPr lang="ru-RU" sz="4400">
                <a:solidFill>
                  <a:schemeClr val="tx1">
                    <a:lumMod val="10000"/>
                    <a:lumOff val="90000"/>
                  </a:schemeClr>
                </a:solidFill>
              </a:rPr>
              <a:t> </a:t>
            </a:r>
            <a:endParaRPr lang="ru-RU" sz="4400">
              <a:solidFill>
                <a:schemeClr val="tx1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102" name="Google Shape;102;p11"/>
          <p:cNvSpPr/>
          <p:nvPr/>
        </p:nvSpPr>
        <p:spPr>
          <a:xfrm rot="5033011">
            <a:off x="8805466" y="1184658"/>
            <a:ext cx="1114737" cy="2057400"/>
          </a:xfrm>
          <a:custGeom>
            <a:avLst/>
            <a:gdLst/>
            <a:ahLst/>
            <a:cxnLst/>
            <a:rect l="l" t="t" r="r" b="b"/>
            <a:pathLst>
              <a:path w="2229473" h="4114800" extrusionOk="0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103" name="Google Shape;103;p11"/>
          <p:cNvSpPr txBox="1"/>
          <p:nvPr/>
        </p:nvSpPr>
        <p:spPr>
          <a:xfrm>
            <a:off x="2878455" y="1031240"/>
            <a:ext cx="4147820" cy="862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GB" sz="3300" b="0" i="0" u="none" strike="noStrike" cap="none">
                <a:solidFill>
                  <a:srgbClr val="F7DE46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Князева Кристина</a:t>
            </a:r>
            <a:r>
              <a:rPr lang="en-GB" sz="3300" b="0" i="0" u="none" strike="noStrike" cap="none">
                <a:solidFill>
                  <a:srgbClr val="F7DE46"/>
                </a:solidFill>
                <a:latin typeface="Gloria Hallelujah" panose="02000000000000000000"/>
                <a:ea typeface="Gloria Hallelujah" panose="02000000000000000000"/>
                <a:cs typeface="Gloria Hallelujah" panose="02000000000000000000"/>
                <a:sym typeface="Gloria Hallelujah" panose="02000000000000000000"/>
              </a:rPr>
              <a:t> 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DC"/>
        </a:solidFill>
        <a:effectLst/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740414" y="568874"/>
            <a:ext cx="3757326" cy="4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3"/>
          <p:cNvSpPr txBox="1"/>
          <p:nvPr/>
        </p:nvSpPr>
        <p:spPr>
          <a:xfrm rot="21300000">
            <a:off x="335280" y="384175"/>
            <a:ext cx="5680075" cy="64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>
                <a:latin typeface="Comic Sans MS" panose="030F0702030302020204" charset="0"/>
                <a:cs typeface="Comic Sans MS" panose="030F0702030302020204" charset="0"/>
              </a:rPr>
              <a:t>О чем проект</a:t>
            </a:r>
            <a:r>
              <a:rPr lang="en-US" sz="5400">
                <a:latin typeface="Comic Sans MS" panose="030F0702030302020204" charset="0"/>
                <a:cs typeface="Comic Sans MS" panose="030F0702030302020204" charset="0"/>
              </a:rPr>
              <a:t>?</a:t>
            </a:r>
            <a:endParaRPr lang="en-US" sz="54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23" name="Google Shape;123;p13"/>
          <p:cNvSpPr/>
          <p:nvPr/>
        </p:nvSpPr>
        <p:spPr>
          <a:xfrm rot="674761" flipH="1">
            <a:off x="771444" y="1362800"/>
            <a:ext cx="3512657" cy="4712100"/>
          </a:xfrm>
          <a:custGeom>
            <a:avLst/>
            <a:gdLst/>
            <a:ahLst/>
            <a:cxnLst/>
            <a:rect l="l" t="t" r="r" b="b"/>
            <a:pathLst>
              <a:path w="7025313" h="9424200" extrusionOk="0">
                <a:moveTo>
                  <a:pt x="7025313" y="0"/>
                </a:moveTo>
                <a:lnTo>
                  <a:pt x="0" y="0"/>
                </a:lnTo>
                <a:lnTo>
                  <a:pt x="0" y="9424200"/>
                </a:lnTo>
                <a:lnTo>
                  <a:pt x="7025313" y="9424200"/>
                </a:lnTo>
                <a:lnTo>
                  <a:pt x="7025313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124" name="Google Shape;124;p13"/>
          <p:cNvSpPr txBox="1"/>
          <p:nvPr/>
        </p:nvSpPr>
        <p:spPr>
          <a:xfrm rot="-391332">
            <a:off x="5614670" y="894715"/>
            <a:ext cx="2336800" cy="3877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Сегодня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я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расскажу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вам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о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том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,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как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математика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окружает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нас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каждый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день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.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Может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показаться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,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что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математика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—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это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только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уроки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в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школе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,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где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мы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решаем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задачи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и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пишем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примеры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,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но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на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самом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деле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она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помогает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нам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во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всем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!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Математика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—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это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то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,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что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делает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наш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мир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понятным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,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удобным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и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интересным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.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Давайте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вместе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посмотрим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,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где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она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встречается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!</a:t>
            </a:r>
            <a:endParaRPr lang="en-US" altLang="ru-RU" sz="1200">
              <a:latin typeface="Comic Sans MS" panose="030F0702030302020204" charset="0"/>
              <a:cs typeface="Comic Sans MS" panose="030F0702030302020204" charset="0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2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25" name="Google Shape;125;p13"/>
          <p:cNvSpPr/>
          <p:nvPr/>
        </p:nvSpPr>
        <p:spPr>
          <a:xfrm rot="2139414">
            <a:off x="-877525" y="1796936"/>
            <a:ext cx="2219518" cy="1549627"/>
          </a:xfrm>
          <a:custGeom>
            <a:avLst/>
            <a:gdLst/>
            <a:ahLst/>
            <a:cxnLst/>
            <a:rect l="l" t="t" r="r" b="b"/>
            <a:pathLst>
              <a:path w="4439036" h="3099254" extrusionOk="0">
                <a:moveTo>
                  <a:pt x="0" y="0"/>
                </a:moveTo>
                <a:lnTo>
                  <a:pt x="4439036" y="0"/>
                </a:lnTo>
                <a:lnTo>
                  <a:pt x="4439036" y="3099254"/>
                </a:lnTo>
                <a:lnTo>
                  <a:pt x="0" y="3099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sp>
        <p:nvSpPr>
          <p:cNvPr id="126" name="Google Shape;126;p13"/>
          <p:cNvSpPr/>
          <p:nvPr/>
        </p:nvSpPr>
        <p:spPr>
          <a:xfrm rot="-1942238">
            <a:off x="7991732" y="-372770"/>
            <a:ext cx="1114736" cy="2057400"/>
          </a:xfrm>
          <a:custGeom>
            <a:avLst/>
            <a:gdLst/>
            <a:ahLst/>
            <a:cxnLst/>
            <a:rect l="l" t="t" r="r" b="b"/>
            <a:pathLst>
              <a:path w="2229473" h="4114800" extrusionOk="0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  <p:sp>
        <p:nvSpPr>
          <p:cNvPr id="127" name="Google Shape;127;p13"/>
          <p:cNvSpPr/>
          <p:nvPr/>
        </p:nvSpPr>
        <p:spPr>
          <a:xfrm rot="8527500">
            <a:off x="3950455" y="4057240"/>
            <a:ext cx="1114736" cy="2057400"/>
          </a:xfrm>
          <a:custGeom>
            <a:avLst/>
            <a:gdLst/>
            <a:ahLst/>
            <a:cxnLst/>
            <a:rect l="l" t="t" r="r" b="b"/>
            <a:pathLst>
              <a:path w="2229473" h="4114800" extrusionOk="0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DC"/>
        </a:solidFill>
        <a:effectLst/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17"/>
          <p:cNvGrpSpPr/>
          <p:nvPr/>
        </p:nvGrpSpPr>
        <p:grpSpPr>
          <a:xfrm>
            <a:off x="514350" y="911484"/>
            <a:ext cx="4006002" cy="3984697"/>
            <a:chOff x="0" y="-228600"/>
            <a:chExt cx="2110157" cy="2098935"/>
          </a:xfrm>
        </p:grpSpPr>
        <p:sp>
          <p:nvSpPr>
            <p:cNvPr id="248" name="Google Shape;248;p17"/>
            <p:cNvSpPr/>
            <p:nvPr/>
          </p:nvSpPr>
          <p:spPr>
            <a:xfrm>
              <a:off x="0" y="0"/>
              <a:ext cx="2110157" cy="1870335"/>
            </a:xfrm>
            <a:custGeom>
              <a:avLst/>
              <a:gdLst/>
              <a:ahLst/>
              <a:cxnLst/>
              <a:rect l="l" t="t" r="r" b="b"/>
              <a:pathLst>
                <a:path w="2110157" h="1870335" extrusionOk="0">
                  <a:moveTo>
                    <a:pt x="0" y="0"/>
                  </a:moveTo>
                  <a:lnTo>
                    <a:pt x="2110157" y="0"/>
                  </a:lnTo>
                  <a:lnTo>
                    <a:pt x="2110157" y="1870335"/>
                  </a:lnTo>
                  <a:lnTo>
                    <a:pt x="0" y="1870335"/>
                  </a:lnTo>
                  <a:close/>
                </a:path>
              </a:pathLst>
            </a:custGeom>
            <a:solidFill>
              <a:srgbClr val="F46BBD"/>
            </a:solidFill>
            <a:ln>
              <a:noFill/>
            </a:ln>
          </p:spPr>
        </p:sp>
        <p:sp>
          <p:nvSpPr>
            <p:cNvPr id="249" name="Google Shape;249;p17"/>
            <p:cNvSpPr txBox="1"/>
            <p:nvPr/>
          </p:nvSpPr>
          <p:spPr>
            <a:xfrm>
              <a:off x="0" y="-228600"/>
              <a:ext cx="2110157" cy="20989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26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50" name="Google Shape;250;p17"/>
          <p:cNvGrpSpPr/>
          <p:nvPr/>
        </p:nvGrpSpPr>
        <p:grpSpPr>
          <a:xfrm>
            <a:off x="4711871" y="911180"/>
            <a:ext cx="3871425" cy="1775486"/>
            <a:chOff x="0" y="-228600"/>
            <a:chExt cx="2039269" cy="935236"/>
          </a:xfrm>
        </p:grpSpPr>
        <p:sp>
          <p:nvSpPr>
            <p:cNvPr id="251" name="Google Shape;251;p17"/>
            <p:cNvSpPr/>
            <p:nvPr/>
          </p:nvSpPr>
          <p:spPr>
            <a:xfrm>
              <a:off x="0" y="0"/>
              <a:ext cx="2039269" cy="706636"/>
            </a:xfrm>
            <a:custGeom>
              <a:avLst/>
              <a:gdLst/>
              <a:ahLst/>
              <a:cxnLst/>
              <a:rect l="l" t="t" r="r" b="b"/>
              <a:pathLst>
                <a:path w="2039269" h="706636" extrusionOk="0">
                  <a:moveTo>
                    <a:pt x="0" y="0"/>
                  </a:moveTo>
                  <a:lnTo>
                    <a:pt x="2039269" y="0"/>
                  </a:lnTo>
                  <a:lnTo>
                    <a:pt x="2039269" y="706636"/>
                  </a:lnTo>
                  <a:lnTo>
                    <a:pt x="0" y="706636"/>
                  </a:lnTo>
                  <a:close/>
                </a:path>
              </a:pathLst>
            </a:custGeom>
            <a:solidFill>
              <a:srgbClr val="F7DE46"/>
            </a:solidFill>
            <a:ln>
              <a:noFill/>
            </a:ln>
          </p:spPr>
        </p:sp>
        <p:sp>
          <p:nvSpPr>
            <p:cNvPr id="252" name="Google Shape;252;p17"/>
            <p:cNvSpPr txBox="1"/>
            <p:nvPr/>
          </p:nvSpPr>
          <p:spPr>
            <a:xfrm>
              <a:off x="0" y="-228600"/>
              <a:ext cx="2039269" cy="9352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26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259" name="Google Shape;259;p17"/>
          <p:cNvGrpSpPr/>
          <p:nvPr/>
        </p:nvGrpSpPr>
        <p:grpSpPr>
          <a:xfrm>
            <a:off x="4711871" y="2565705"/>
            <a:ext cx="3871425" cy="1775486"/>
            <a:chOff x="0" y="-228600"/>
            <a:chExt cx="2039269" cy="935236"/>
          </a:xfrm>
        </p:grpSpPr>
        <p:sp>
          <p:nvSpPr>
            <p:cNvPr id="260" name="Google Shape;260;p17"/>
            <p:cNvSpPr/>
            <p:nvPr/>
          </p:nvSpPr>
          <p:spPr>
            <a:xfrm>
              <a:off x="0" y="0"/>
              <a:ext cx="2039269" cy="706636"/>
            </a:xfrm>
            <a:custGeom>
              <a:avLst/>
              <a:gdLst/>
              <a:ahLst/>
              <a:cxnLst/>
              <a:rect l="l" t="t" r="r" b="b"/>
              <a:pathLst>
                <a:path w="2039269" h="706636" extrusionOk="0">
                  <a:moveTo>
                    <a:pt x="0" y="0"/>
                  </a:moveTo>
                  <a:lnTo>
                    <a:pt x="2039269" y="0"/>
                  </a:lnTo>
                  <a:lnTo>
                    <a:pt x="2039269" y="706636"/>
                  </a:lnTo>
                  <a:lnTo>
                    <a:pt x="0" y="706636"/>
                  </a:lnTo>
                  <a:close/>
                </a:path>
              </a:pathLst>
            </a:custGeom>
            <a:solidFill>
              <a:srgbClr val="F7DE46"/>
            </a:solidFill>
            <a:ln>
              <a:noFill/>
            </a:ln>
          </p:spPr>
        </p:sp>
        <p:sp>
          <p:nvSpPr>
            <p:cNvPr id="261" name="Google Shape;261;p17"/>
            <p:cNvSpPr txBox="1"/>
            <p:nvPr/>
          </p:nvSpPr>
          <p:spPr>
            <a:xfrm>
              <a:off x="0" y="-228600"/>
              <a:ext cx="2039269" cy="9352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26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67" name="Google Shape;267;p17"/>
          <p:cNvSpPr txBox="1"/>
          <p:nvPr/>
        </p:nvSpPr>
        <p:spPr>
          <a:xfrm>
            <a:off x="768037" y="1454844"/>
            <a:ext cx="2873200" cy="1411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800">
                <a:latin typeface="Comic Sans MS" panose="030F0702030302020204" charset="0"/>
                <a:cs typeface="Comic Sans MS" panose="030F0702030302020204" charset="0"/>
              </a:rPr>
              <a:t>Когда</a:t>
            </a:r>
            <a:r>
              <a:rPr lang="en-US" altLang="ru-RU" sz="18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800">
                <a:latin typeface="Comic Sans MS" panose="030F0702030302020204" charset="0"/>
                <a:cs typeface="Comic Sans MS" panose="030F0702030302020204" charset="0"/>
              </a:rPr>
              <a:t>вы</a:t>
            </a:r>
            <a:r>
              <a:rPr lang="en-US" altLang="ru-RU" sz="18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800">
                <a:latin typeface="Comic Sans MS" panose="030F0702030302020204" charset="0"/>
                <a:cs typeface="Comic Sans MS" panose="030F0702030302020204" charset="0"/>
              </a:rPr>
              <a:t>дома</a:t>
            </a:r>
            <a:r>
              <a:rPr lang="en-US" altLang="ru-RU" sz="1800">
                <a:latin typeface="Comic Sans MS" panose="030F0702030302020204" charset="0"/>
                <a:cs typeface="Comic Sans MS" panose="030F0702030302020204" charset="0"/>
              </a:rPr>
              <a:t>, </a:t>
            </a:r>
            <a:r>
              <a:rPr lang="en-US" altLang="en-US" sz="1800">
                <a:latin typeface="Comic Sans MS" panose="030F0702030302020204" charset="0"/>
                <a:cs typeface="Comic Sans MS" panose="030F0702030302020204" charset="0"/>
              </a:rPr>
              <a:t>математика</a:t>
            </a:r>
            <a:r>
              <a:rPr lang="en-US" altLang="ru-RU" sz="18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800">
                <a:latin typeface="Comic Sans MS" panose="030F0702030302020204" charset="0"/>
                <a:cs typeface="Comic Sans MS" panose="030F0702030302020204" charset="0"/>
              </a:rPr>
              <a:t>помогает</a:t>
            </a:r>
            <a:r>
              <a:rPr lang="en-US" altLang="ru-RU" sz="18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800">
                <a:latin typeface="Comic Sans MS" panose="030F0702030302020204" charset="0"/>
                <a:cs typeface="Comic Sans MS" panose="030F0702030302020204" charset="0"/>
              </a:rPr>
              <a:t>вам</a:t>
            </a:r>
            <a:r>
              <a:rPr lang="en-US" altLang="ru-RU" sz="18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800">
                <a:latin typeface="Comic Sans MS" panose="030F0702030302020204" charset="0"/>
                <a:cs typeface="Comic Sans MS" panose="030F0702030302020204" charset="0"/>
              </a:rPr>
              <a:t>даже</a:t>
            </a:r>
            <a:r>
              <a:rPr lang="en-US" altLang="ru-RU" sz="18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800">
                <a:latin typeface="Comic Sans MS" panose="030F0702030302020204" charset="0"/>
                <a:cs typeface="Comic Sans MS" panose="030F0702030302020204" charset="0"/>
              </a:rPr>
              <a:t>в</a:t>
            </a:r>
            <a:r>
              <a:rPr lang="en-US" altLang="ru-RU" sz="18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800">
                <a:latin typeface="Comic Sans MS" panose="030F0702030302020204" charset="0"/>
                <a:cs typeface="Comic Sans MS" panose="030F0702030302020204" charset="0"/>
              </a:rPr>
              <a:t>простых</a:t>
            </a:r>
            <a:r>
              <a:rPr lang="en-US" altLang="ru-RU" sz="18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800">
                <a:latin typeface="Comic Sans MS" panose="030F0702030302020204" charset="0"/>
                <a:cs typeface="Comic Sans MS" panose="030F0702030302020204" charset="0"/>
              </a:rPr>
              <a:t>вещах</a:t>
            </a:r>
            <a:endParaRPr lang="en-US" altLang="en-US" sz="18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68" name="Google Shape;268;p17"/>
          <p:cNvSpPr txBox="1"/>
          <p:nvPr/>
        </p:nvSpPr>
        <p:spPr>
          <a:xfrm>
            <a:off x="4770120" y="1466850"/>
            <a:ext cx="3778250" cy="1097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Например</a:t>
            </a:r>
            <a:r>
              <a:rPr lang="en-US" altLang="ru-RU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, </a:t>
            </a:r>
            <a:r>
              <a:rPr lang="en-US" altLang="en-US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мама</a:t>
            </a:r>
            <a:r>
              <a:rPr lang="en-US" altLang="ru-RU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 </a:t>
            </a:r>
            <a:r>
              <a:rPr lang="en-US" altLang="en-US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готовит</a:t>
            </a:r>
            <a:r>
              <a:rPr lang="en-US" altLang="ru-RU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 </a:t>
            </a:r>
            <a:r>
              <a:rPr lang="en-US" altLang="en-US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пирог</a:t>
            </a:r>
            <a:r>
              <a:rPr lang="en-US" altLang="ru-RU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 </a:t>
            </a:r>
            <a:r>
              <a:rPr lang="en-US" altLang="en-US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и</a:t>
            </a:r>
            <a:r>
              <a:rPr lang="en-US" altLang="ru-RU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 </a:t>
            </a:r>
            <a:r>
              <a:rPr lang="en-US" altLang="en-US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измеряет</a:t>
            </a:r>
            <a:r>
              <a:rPr lang="en-US" altLang="ru-RU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 </a:t>
            </a:r>
            <a:r>
              <a:rPr lang="en-US" altLang="en-US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ингредиенты</a:t>
            </a:r>
            <a:r>
              <a:rPr lang="en-US" altLang="ru-RU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 — </a:t>
            </a:r>
            <a:r>
              <a:rPr lang="en-US" altLang="en-US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сколько</a:t>
            </a:r>
            <a:r>
              <a:rPr lang="en-US" altLang="ru-RU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 </a:t>
            </a:r>
            <a:r>
              <a:rPr lang="en-US" altLang="en-US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муки</a:t>
            </a:r>
            <a:r>
              <a:rPr lang="en-US" altLang="ru-RU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, </a:t>
            </a:r>
            <a:r>
              <a:rPr lang="en-US" altLang="en-US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сколько</a:t>
            </a:r>
            <a:r>
              <a:rPr lang="en-US" altLang="ru-RU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 </a:t>
            </a:r>
            <a:r>
              <a:rPr lang="en-US" altLang="en-US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сахара</a:t>
            </a:r>
            <a:r>
              <a:rPr lang="en-US" altLang="ru-RU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. </a:t>
            </a:r>
            <a:r>
              <a:rPr lang="en-US" altLang="en-US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Это</a:t>
            </a:r>
            <a:r>
              <a:rPr lang="en-US" altLang="ru-RU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 </a:t>
            </a:r>
            <a:r>
              <a:rPr lang="en-US" altLang="en-US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математика</a:t>
            </a:r>
            <a:r>
              <a:rPr lang="en-US" altLang="ru-RU" b="0" i="0" u="none" strike="noStrike" cap="none">
                <a:solidFill>
                  <a:srgbClr val="000000"/>
                </a:solidFill>
                <a:latin typeface="Comic Sans MS" panose="030F0702030302020204" charset="0"/>
                <a:ea typeface="Gloria Hallelujah" panose="02000000000000000000"/>
                <a:cs typeface="Comic Sans MS" panose="030F0702030302020204" charset="0"/>
                <a:sym typeface="Gloria Hallelujah" panose="02000000000000000000"/>
              </a:rPr>
              <a:t>! </a:t>
            </a:r>
            <a:endParaRPr lang="en-US" altLang="ru-RU" b="0" i="0" u="none" strike="noStrike" cap="none">
              <a:solidFill>
                <a:srgbClr val="000000"/>
              </a:solidFill>
              <a:latin typeface="Comic Sans MS" panose="030F0702030302020204" charset="0"/>
              <a:ea typeface="Gloria Hallelujah" panose="02000000000000000000"/>
              <a:cs typeface="Comic Sans MS" panose="030F0702030302020204" charset="0"/>
              <a:sym typeface="Gloria Hallelujah" panose="02000000000000000000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4928870" y="3039110"/>
            <a:ext cx="3455670" cy="1280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700"/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А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если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вы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смотрите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часы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,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чтобы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узнать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,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когда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пора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играть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или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идти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спать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,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то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время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—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это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тоже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математика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.</a:t>
            </a:r>
            <a:endParaRPr lang="en-US" altLang="ru-RU" sz="700"/>
          </a:p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700"/>
          </a:p>
        </p:txBody>
      </p:sp>
      <p:sp>
        <p:nvSpPr>
          <p:cNvPr id="273" name="Google Shape;273;p17"/>
          <p:cNvSpPr txBox="1"/>
          <p:nvPr/>
        </p:nvSpPr>
        <p:spPr>
          <a:xfrm>
            <a:off x="514350" y="411689"/>
            <a:ext cx="81153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latin typeface="Comic Sans MS" panose="030F0702030302020204" charset="0"/>
                <a:cs typeface="Comic Sans MS" panose="030F0702030302020204" charset="0"/>
              </a:rPr>
              <a:t>Математика дома</a:t>
            </a:r>
            <a:endParaRPr lang="ru-RU" sz="36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74" name="Google Shape;274;p17"/>
          <p:cNvSpPr/>
          <p:nvPr/>
        </p:nvSpPr>
        <p:spPr>
          <a:xfrm rot="9014571">
            <a:off x="-443844" y="-311792"/>
            <a:ext cx="2219518" cy="1549627"/>
          </a:xfrm>
          <a:custGeom>
            <a:avLst/>
            <a:gdLst/>
            <a:ahLst/>
            <a:cxnLst/>
            <a:rect l="l" t="t" r="r" b="b"/>
            <a:pathLst>
              <a:path w="4439036" h="3099254" extrusionOk="0">
                <a:moveTo>
                  <a:pt x="0" y="0"/>
                </a:moveTo>
                <a:lnTo>
                  <a:pt x="4439036" y="0"/>
                </a:lnTo>
                <a:lnTo>
                  <a:pt x="4439036" y="3099254"/>
                </a:lnTo>
                <a:lnTo>
                  <a:pt x="0" y="3099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275" name="Google Shape;275;p17"/>
          <p:cNvSpPr/>
          <p:nvPr/>
        </p:nvSpPr>
        <p:spPr>
          <a:xfrm rot="6874245">
            <a:off x="7667690" y="-779806"/>
            <a:ext cx="1114736" cy="2057400"/>
          </a:xfrm>
          <a:custGeom>
            <a:avLst/>
            <a:gdLst/>
            <a:ahLst/>
            <a:cxnLst/>
            <a:rect l="l" t="t" r="r" b="b"/>
            <a:pathLst>
              <a:path w="2229473" h="4114800" extrusionOk="0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pic>
        <p:nvPicPr>
          <p:cNvPr id="1" name="Изображение 0" descr="a130fd5a46a3759a9604676698f7b7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780" y="3232150"/>
            <a:ext cx="1781175" cy="1781175"/>
          </a:xfrm>
          <a:prstGeom prst="rect">
            <a:avLst/>
          </a:prstGeom>
        </p:spPr>
      </p:pic>
      <p:pic>
        <p:nvPicPr>
          <p:cNvPr id="2" name="Изображение 1" descr="pngwing.co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395" y="2199640"/>
            <a:ext cx="1278255" cy="967105"/>
          </a:xfrm>
          <a:prstGeom prst="rect">
            <a:avLst/>
          </a:prstGeom>
        </p:spPr>
      </p:pic>
      <p:pic>
        <p:nvPicPr>
          <p:cNvPr id="3" name="Изображение 2" descr="pngwing.com (1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">
            <a:off x="7586980" y="3850640"/>
            <a:ext cx="951230" cy="12109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DC"/>
        </a:solidFill>
        <a:effectLst/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Изображение 1"/>
          <p:cNvPicPr/>
          <p:nvPr/>
        </p:nvPicPr>
        <p:blipFill>
          <a:blip r:embed="rId1"/>
          <a:stretch>
            <a:fillRect/>
          </a:stretch>
        </p:blipFill>
        <p:spPr>
          <a:xfrm rot="21420000">
            <a:off x="6478905" y="1791970"/>
            <a:ext cx="2051050" cy="1369695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pic>
        <p:nvPicPr>
          <p:cNvPr id="1" name="Изображение 0"/>
          <p:cNvPicPr/>
          <p:nvPr/>
        </p:nvPicPr>
        <p:blipFill>
          <a:blip r:embed="rId2"/>
          <a:stretch>
            <a:fillRect/>
          </a:stretch>
        </p:blipFill>
        <p:spPr>
          <a:xfrm rot="360000">
            <a:off x="3287395" y="1671955"/>
            <a:ext cx="2555875" cy="1516380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  <p:pic>
        <p:nvPicPr>
          <p:cNvPr id="541" name="Google Shape;541;p23" descr="C:/Users/kn_ks/Downloads/1683283832_fonzon-club-p-igri-na-android-2017-11.jpg1683283832_fonzon-club-p-igri-na-android-2017-11"/>
          <p:cNvPicPr preferRelativeResize="0"/>
          <p:nvPr/>
        </p:nvPicPr>
        <p:blipFill>
          <a:blip r:embed="rId3"/>
          <a:srcRect l="13521" r="13521"/>
          <a:stretch>
            <a:fillRect/>
          </a:stretch>
        </p:blipFill>
        <p:spPr>
          <a:xfrm rot="21300000">
            <a:off x="454660" y="1720215"/>
            <a:ext cx="2216150" cy="170307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</p:pic>
      <p:sp>
        <p:nvSpPr>
          <p:cNvPr id="544" name="Google Shape;544;p23"/>
          <p:cNvSpPr txBox="1"/>
          <p:nvPr/>
        </p:nvSpPr>
        <p:spPr>
          <a:xfrm rot="240000">
            <a:off x="3523316" y="1115254"/>
            <a:ext cx="2084563" cy="24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Comic Sans MS" panose="030F0702030302020204" charset="0"/>
                <a:cs typeface="Comic Sans MS" panose="030F0702030302020204" charset="0"/>
              </a:rPr>
              <a:t>Шахматы</a:t>
            </a:r>
            <a:endParaRPr lang="ru-RU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46" name="Google Shape;546;p23"/>
          <p:cNvSpPr txBox="1"/>
          <p:nvPr/>
        </p:nvSpPr>
        <p:spPr>
          <a:xfrm rot="21360000">
            <a:off x="549121" y="1193989"/>
            <a:ext cx="1966833" cy="24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latin typeface="Comic Sans MS" panose="030F0702030302020204" charset="0"/>
                <a:cs typeface="Comic Sans MS" panose="030F0702030302020204" charset="0"/>
              </a:rPr>
              <a:t>Игры на телефоне</a:t>
            </a:r>
            <a:endParaRPr lang="ru-RU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47" name="Google Shape;547;p23"/>
          <p:cNvSpPr txBox="1"/>
          <p:nvPr/>
        </p:nvSpPr>
        <p:spPr>
          <a:xfrm>
            <a:off x="278130" y="4024630"/>
            <a:ext cx="3245485" cy="1033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Игры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на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телефоне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или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компьютере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работают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благодаря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математике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!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Там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есть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числа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,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фигуры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и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движение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—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все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это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просчитано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.</a:t>
            </a:r>
            <a:endParaRPr lang="en-US" altLang="ru-RU" sz="1200">
              <a:latin typeface="Comic Sans MS" panose="030F0702030302020204" charset="0"/>
              <a:cs typeface="Comic Sans MS" panose="030F0702030302020204" charset="0"/>
            </a:endParaRPr>
          </a:p>
        </p:txBody>
      </p:sp>
      <p:grpSp>
        <p:nvGrpSpPr>
          <p:cNvPr id="548" name="Google Shape;548;p23"/>
          <p:cNvGrpSpPr/>
          <p:nvPr/>
        </p:nvGrpSpPr>
        <p:grpSpPr>
          <a:xfrm>
            <a:off x="1207850" y="3147860"/>
            <a:ext cx="860197" cy="860197"/>
            <a:chOff x="0" y="0"/>
            <a:chExt cx="812800" cy="812800"/>
          </a:xfrm>
        </p:grpSpPr>
        <p:sp>
          <p:nvSpPr>
            <p:cNvPr id="549" name="Google Shape;549;p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7DE46"/>
            </a:solidFill>
            <a:ln w="57150" cap="rnd" cmpd="sng">
              <a:solidFill>
                <a:srgbClr val="F7DE4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" name="Google Shape;550;p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51" name="Google Shape;551;p23"/>
          <p:cNvGrpSpPr/>
          <p:nvPr/>
        </p:nvGrpSpPr>
        <p:grpSpPr>
          <a:xfrm>
            <a:off x="4141902" y="3062135"/>
            <a:ext cx="860197" cy="860197"/>
            <a:chOff x="0" y="0"/>
            <a:chExt cx="812800" cy="812800"/>
          </a:xfrm>
        </p:grpSpPr>
        <p:sp>
          <p:nvSpPr>
            <p:cNvPr id="552" name="Google Shape;552;p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7DE46"/>
            </a:solidFill>
            <a:ln w="57150" cap="rnd" cmpd="sng">
              <a:solidFill>
                <a:srgbClr val="F7DE4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3" name="Google Shape;553;p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54" name="Google Shape;554;p23"/>
          <p:cNvGrpSpPr/>
          <p:nvPr/>
        </p:nvGrpSpPr>
        <p:grpSpPr>
          <a:xfrm>
            <a:off x="7142859" y="3062135"/>
            <a:ext cx="860197" cy="860197"/>
            <a:chOff x="0" y="0"/>
            <a:chExt cx="812800" cy="812800"/>
          </a:xfrm>
        </p:grpSpPr>
        <p:sp>
          <p:nvSpPr>
            <p:cNvPr id="555" name="Google Shape;555;p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7DE46"/>
            </a:solidFill>
            <a:ln w="57150" cap="rnd" cmpd="sng">
              <a:solidFill>
                <a:srgbClr val="F7DE4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6" name="Google Shape;556;p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557" name="Google Shape;557;p23"/>
          <p:cNvSpPr/>
          <p:nvPr/>
        </p:nvSpPr>
        <p:spPr>
          <a:xfrm>
            <a:off x="1365357" y="3314757"/>
            <a:ext cx="450145" cy="607684"/>
          </a:xfrm>
          <a:custGeom>
            <a:avLst/>
            <a:gdLst/>
            <a:ahLst/>
            <a:cxnLst/>
            <a:rect l="l" t="t" r="r" b="b"/>
            <a:pathLst>
              <a:path w="900290" h="1215368" extrusionOk="0">
                <a:moveTo>
                  <a:pt x="0" y="0"/>
                </a:moveTo>
                <a:lnTo>
                  <a:pt x="900290" y="0"/>
                </a:lnTo>
                <a:lnTo>
                  <a:pt x="900290" y="1215368"/>
                </a:lnTo>
                <a:lnTo>
                  <a:pt x="0" y="1215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-81202"/>
            </a:stretch>
          </a:blipFill>
          <a:ln>
            <a:noFill/>
          </a:ln>
        </p:spPr>
      </p:sp>
      <p:sp>
        <p:nvSpPr>
          <p:cNvPr id="558" name="Google Shape;558;p23"/>
          <p:cNvSpPr/>
          <p:nvPr/>
        </p:nvSpPr>
        <p:spPr>
          <a:xfrm>
            <a:off x="4366085" y="3188392"/>
            <a:ext cx="450145" cy="607684"/>
          </a:xfrm>
          <a:custGeom>
            <a:avLst/>
            <a:gdLst/>
            <a:ahLst/>
            <a:cxnLst/>
            <a:rect l="l" t="t" r="r" b="b"/>
            <a:pathLst>
              <a:path w="900290" h="1215368" extrusionOk="0">
                <a:moveTo>
                  <a:pt x="0" y="0"/>
                </a:moveTo>
                <a:lnTo>
                  <a:pt x="900290" y="0"/>
                </a:lnTo>
                <a:lnTo>
                  <a:pt x="900290" y="1215368"/>
                </a:lnTo>
                <a:lnTo>
                  <a:pt x="0" y="1215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-81202"/>
            </a:stretch>
          </a:blipFill>
          <a:ln>
            <a:noFill/>
          </a:ln>
        </p:spPr>
      </p:sp>
      <p:sp>
        <p:nvSpPr>
          <p:cNvPr id="559" name="Google Shape;559;p23"/>
          <p:cNvSpPr/>
          <p:nvPr/>
        </p:nvSpPr>
        <p:spPr>
          <a:xfrm>
            <a:off x="7367042" y="3188392"/>
            <a:ext cx="450145" cy="607684"/>
          </a:xfrm>
          <a:custGeom>
            <a:avLst/>
            <a:gdLst/>
            <a:ahLst/>
            <a:cxnLst/>
            <a:rect l="l" t="t" r="r" b="b"/>
            <a:pathLst>
              <a:path w="900290" h="1215368" extrusionOk="0">
                <a:moveTo>
                  <a:pt x="0" y="0"/>
                </a:moveTo>
                <a:lnTo>
                  <a:pt x="900289" y="0"/>
                </a:lnTo>
                <a:lnTo>
                  <a:pt x="900289" y="1215368"/>
                </a:lnTo>
                <a:lnTo>
                  <a:pt x="0" y="1215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-81202"/>
            </a:stretch>
          </a:blipFill>
          <a:ln>
            <a:noFill/>
          </a:ln>
        </p:spPr>
      </p:sp>
      <p:sp>
        <p:nvSpPr>
          <p:cNvPr id="560" name="Google Shape;560;p23"/>
          <p:cNvSpPr txBox="1"/>
          <p:nvPr/>
        </p:nvSpPr>
        <p:spPr>
          <a:xfrm>
            <a:off x="6511751" y="1291779"/>
            <a:ext cx="1966833" cy="24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>
                <a:latin typeface="Comic Sans MS" panose="030F0702030302020204" charset="0"/>
                <a:cs typeface="Comic Sans MS" panose="030F0702030302020204" charset="0"/>
              </a:rPr>
              <a:t>Пазлы</a:t>
            </a:r>
            <a:endParaRPr lang="ru-RU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61" name="Google Shape;561;p23"/>
          <p:cNvSpPr txBox="1"/>
          <p:nvPr/>
        </p:nvSpPr>
        <p:spPr>
          <a:xfrm>
            <a:off x="3920490" y="3938270"/>
            <a:ext cx="4443095" cy="1205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Когда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вы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играете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в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шахматы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,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думаете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,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какой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ход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сделать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,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или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собираете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пазлы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—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вы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используете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математическое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>
                <a:latin typeface="Comic Sans MS" panose="030F0702030302020204" charset="0"/>
                <a:cs typeface="Comic Sans MS" panose="030F0702030302020204" charset="0"/>
              </a:rPr>
              <a:t>мышление</a:t>
            </a:r>
            <a:r>
              <a:rPr lang="en-US" altLang="ru-RU">
                <a:latin typeface="Comic Sans MS" panose="030F0702030302020204" charset="0"/>
                <a:cs typeface="Comic Sans MS" panose="030F0702030302020204" charset="0"/>
              </a:rPr>
              <a:t>.</a:t>
            </a:r>
            <a:endParaRPr lang="en-US" altLang="ru-RU">
              <a:latin typeface="Comic Sans MS" panose="030F0702030302020204" charset="0"/>
              <a:cs typeface="Comic Sans MS" panose="030F0702030302020204" charset="0"/>
            </a:endParaRPr>
          </a:p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700"/>
          </a:p>
          <a:p>
            <a:pPr marL="0" marR="0" lvl="1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700"/>
          </a:p>
        </p:txBody>
      </p:sp>
      <p:sp>
        <p:nvSpPr>
          <p:cNvPr id="562" name="Google Shape;562;p23"/>
          <p:cNvSpPr txBox="1"/>
          <p:nvPr/>
        </p:nvSpPr>
        <p:spPr>
          <a:xfrm>
            <a:off x="1452465" y="429766"/>
            <a:ext cx="6239069" cy="321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>
                <a:latin typeface="Comic Sans MS" panose="030F0702030302020204" charset="0"/>
                <a:cs typeface="Comic Sans MS" panose="030F0702030302020204" charset="0"/>
              </a:rPr>
              <a:t>Математика</a:t>
            </a:r>
            <a:r>
              <a:rPr lang="en-US" altLang="ru-RU" sz="20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2000">
                <a:latin typeface="Comic Sans MS" panose="030F0702030302020204" charset="0"/>
                <a:cs typeface="Comic Sans MS" panose="030F0702030302020204" charset="0"/>
              </a:rPr>
              <a:t>в</a:t>
            </a:r>
            <a:r>
              <a:rPr lang="en-US" altLang="ru-RU" sz="20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2000">
                <a:latin typeface="Comic Sans MS" panose="030F0702030302020204" charset="0"/>
                <a:cs typeface="Comic Sans MS" panose="030F0702030302020204" charset="0"/>
              </a:rPr>
              <a:t>играх</a:t>
            </a:r>
            <a:r>
              <a:rPr lang="en-US" altLang="ru-RU" sz="20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2000">
                <a:latin typeface="Comic Sans MS" panose="030F0702030302020204" charset="0"/>
                <a:cs typeface="Comic Sans MS" panose="030F0702030302020204" charset="0"/>
              </a:rPr>
              <a:t>и</a:t>
            </a:r>
            <a:r>
              <a:rPr lang="en-US" altLang="ru-RU" sz="20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2000">
                <a:latin typeface="Comic Sans MS" panose="030F0702030302020204" charset="0"/>
                <a:cs typeface="Comic Sans MS" panose="030F0702030302020204" charset="0"/>
              </a:rPr>
              <a:t>гаджетах</a:t>
            </a:r>
            <a:r>
              <a:rPr lang="en-US" altLang="ru-RU" sz="2000">
                <a:latin typeface="Comic Sans MS" panose="030F0702030302020204" charset="0"/>
                <a:cs typeface="Comic Sans MS" panose="030F0702030302020204" charset="0"/>
              </a:rPr>
              <a:t>:</a:t>
            </a:r>
            <a:endParaRPr lang="en-US" altLang="ru-RU" sz="20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63" name="Google Shape;563;p23"/>
          <p:cNvSpPr/>
          <p:nvPr/>
        </p:nvSpPr>
        <p:spPr>
          <a:xfrm rot="9014571">
            <a:off x="7519891" y="-422982"/>
            <a:ext cx="2219518" cy="1549627"/>
          </a:xfrm>
          <a:custGeom>
            <a:avLst/>
            <a:gdLst/>
            <a:ahLst/>
            <a:cxnLst/>
            <a:rect l="l" t="t" r="r" b="b"/>
            <a:pathLst>
              <a:path w="4439036" h="3099254" extrusionOk="0">
                <a:moveTo>
                  <a:pt x="0" y="0"/>
                </a:moveTo>
                <a:lnTo>
                  <a:pt x="4439036" y="0"/>
                </a:lnTo>
                <a:lnTo>
                  <a:pt x="4439036" y="3099254"/>
                </a:lnTo>
                <a:lnTo>
                  <a:pt x="0" y="3099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  <p:sp>
        <p:nvSpPr>
          <p:cNvPr id="564" name="Google Shape;564;p23"/>
          <p:cNvSpPr/>
          <p:nvPr/>
        </p:nvSpPr>
        <p:spPr>
          <a:xfrm rot="9014571">
            <a:off x="-455227" y="-422982"/>
            <a:ext cx="2219518" cy="1549627"/>
          </a:xfrm>
          <a:custGeom>
            <a:avLst/>
            <a:gdLst/>
            <a:ahLst/>
            <a:cxnLst/>
            <a:rect l="l" t="t" r="r" b="b"/>
            <a:pathLst>
              <a:path w="4439036" h="3099254" extrusionOk="0">
                <a:moveTo>
                  <a:pt x="0" y="0"/>
                </a:moveTo>
                <a:lnTo>
                  <a:pt x="4439036" y="0"/>
                </a:lnTo>
                <a:lnTo>
                  <a:pt x="4439036" y="3099254"/>
                </a:lnTo>
                <a:lnTo>
                  <a:pt x="0" y="3099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DC"/>
        </a:solidFill>
        <a:effectLst/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/>
        </p:nvSpPr>
        <p:spPr>
          <a:xfrm>
            <a:off x="1452465" y="194947"/>
            <a:ext cx="6239069" cy="516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200">
                <a:latin typeface="Comic Sans MS" panose="030F0702030302020204" charset="0"/>
                <a:cs typeface="Comic Sans MS" panose="030F0702030302020204" charset="0"/>
              </a:rPr>
              <a:t>Математика</a:t>
            </a:r>
            <a:r>
              <a:rPr lang="en-US" altLang="ru-RU" sz="3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3200">
                <a:latin typeface="Comic Sans MS" panose="030F0702030302020204" charset="0"/>
                <a:cs typeface="Comic Sans MS" panose="030F0702030302020204" charset="0"/>
              </a:rPr>
              <a:t>на</a:t>
            </a:r>
            <a:r>
              <a:rPr lang="en-US" altLang="ru-RU" sz="3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3200">
                <a:latin typeface="Comic Sans MS" panose="030F0702030302020204" charset="0"/>
                <a:cs typeface="Comic Sans MS" panose="030F0702030302020204" charset="0"/>
              </a:rPr>
              <a:t>улице</a:t>
            </a:r>
            <a:r>
              <a:rPr lang="en-US" altLang="ru-RU" sz="3200">
                <a:latin typeface="Comic Sans MS" panose="030F0702030302020204" charset="0"/>
                <a:cs typeface="Comic Sans MS" panose="030F0702030302020204" charset="0"/>
              </a:rPr>
              <a:t>:</a:t>
            </a:r>
            <a:endParaRPr lang="en-US" altLang="ru-RU" sz="32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6238730" y="1740010"/>
            <a:ext cx="1914972" cy="257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 sz="1600">
                <a:latin typeface="Comic Sans MS" panose="030F0702030302020204" charset="0"/>
                <a:cs typeface="Comic Sans MS" panose="030F0702030302020204" charset="0"/>
              </a:rPr>
              <a:t>Дома</a:t>
            </a:r>
            <a:endParaRPr lang="ru-RU" altLang="en-US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583565" y="3686810"/>
            <a:ext cx="2402840" cy="62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На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них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есть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числа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: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скорость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машин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или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расстояние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до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места</a:t>
            </a:r>
            <a:r>
              <a:rPr lang="en-US" altLang="ru-RU" sz="1000">
                <a:latin typeface="Comic Sans MS" panose="030F0702030302020204" charset="0"/>
                <a:cs typeface="Comic Sans MS" panose="030F0702030302020204" charset="0"/>
              </a:rPr>
              <a:t>.</a:t>
            </a:r>
            <a:endParaRPr lang="en-US" altLang="ru-RU" sz="10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45" name="Google Shape;145;p14"/>
          <p:cNvSpPr/>
          <p:nvPr/>
        </p:nvSpPr>
        <p:spPr>
          <a:xfrm rot="2139414">
            <a:off x="7817839" y="-260464"/>
            <a:ext cx="2219518" cy="1549627"/>
          </a:xfrm>
          <a:custGeom>
            <a:avLst/>
            <a:gdLst/>
            <a:ahLst/>
            <a:cxnLst/>
            <a:rect l="l" t="t" r="r" b="b"/>
            <a:pathLst>
              <a:path w="4439036" h="3099254" extrusionOk="0">
                <a:moveTo>
                  <a:pt x="0" y="0"/>
                </a:moveTo>
                <a:lnTo>
                  <a:pt x="4439036" y="0"/>
                </a:lnTo>
                <a:lnTo>
                  <a:pt x="4439036" y="3099254"/>
                </a:lnTo>
                <a:lnTo>
                  <a:pt x="0" y="3099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146" name="Google Shape;146;p14"/>
          <p:cNvSpPr/>
          <p:nvPr/>
        </p:nvSpPr>
        <p:spPr>
          <a:xfrm rot="8527500">
            <a:off x="53614" y="-636618"/>
            <a:ext cx="1114737" cy="2057400"/>
          </a:xfrm>
          <a:custGeom>
            <a:avLst/>
            <a:gdLst/>
            <a:ahLst/>
            <a:cxnLst/>
            <a:rect l="l" t="t" r="r" b="b"/>
            <a:pathLst>
              <a:path w="2229473" h="4114800" extrusionOk="0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1" name="Текстовое поле 0"/>
          <p:cNvSpPr txBox="1"/>
          <p:nvPr/>
        </p:nvSpPr>
        <p:spPr>
          <a:xfrm>
            <a:off x="1995805" y="1129665"/>
            <a:ext cx="576707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>
                <a:solidFill>
                  <a:srgbClr val="F46BBD"/>
                </a:solidFill>
                <a:latin typeface="Comic Sans MS" panose="030F0702030302020204" charset="0"/>
                <a:cs typeface="Comic Sans MS" panose="030F0702030302020204" charset="0"/>
              </a:rPr>
              <a:t>Когда</a:t>
            </a:r>
            <a:r>
              <a:rPr lang="en-US" altLang="ru-RU" sz="1600">
                <a:solidFill>
                  <a:srgbClr val="F46BBD"/>
                </a:solidFill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600">
                <a:solidFill>
                  <a:srgbClr val="F46BBD"/>
                </a:solidFill>
                <a:latin typeface="Comic Sans MS" panose="030F0702030302020204" charset="0"/>
                <a:cs typeface="Comic Sans MS" panose="030F0702030302020204" charset="0"/>
              </a:rPr>
              <a:t>мы</a:t>
            </a:r>
            <a:r>
              <a:rPr lang="en-US" altLang="ru-RU" sz="1600">
                <a:solidFill>
                  <a:srgbClr val="F46BBD"/>
                </a:solidFill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600">
                <a:solidFill>
                  <a:srgbClr val="F46BBD"/>
                </a:solidFill>
                <a:latin typeface="Comic Sans MS" panose="030F0702030302020204" charset="0"/>
                <a:cs typeface="Comic Sans MS" panose="030F0702030302020204" charset="0"/>
              </a:rPr>
              <a:t>идем</a:t>
            </a:r>
            <a:r>
              <a:rPr lang="en-US" altLang="ru-RU" sz="1600">
                <a:solidFill>
                  <a:srgbClr val="F46BBD"/>
                </a:solidFill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600">
                <a:solidFill>
                  <a:srgbClr val="F46BBD"/>
                </a:solidFill>
                <a:latin typeface="Comic Sans MS" panose="030F0702030302020204" charset="0"/>
                <a:cs typeface="Comic Sans MS" panose="030F0702030302020204" charset="0"/>
              </a:rPr>
              <a:t>по</a:t>
            </a:r>
            <a:r>
              <a:rPr lang="en-US" altLang="ru-RU" sz="1600">
                <a:solidFill>
                  <a:srgbClr val="F46BBD"/>
                </a:solidFill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600">
                <a:solidFill>
                  <a:srgbClr val="F46BBD"/>
                </a:solidFill>
                <a:latin typeface="Comic Sans MS" panose="030F0702030302020204" charset="0"/>
                <a:cs typeface="Comic Sans MS" panose="030F0702030302020204" charset="0"/>
              </a:rPr>
              <a:t>улице</a:t>
            </a:r>
            <a:r>
              <a:rPr lang="en-US" altLang="ru-RU" sz="1600">
                <a:solidFill>
                  <a:srgbClr val="F46BBD"/>
                </a:solidFill>
                <a:latin typeface="Comic Sans MS" panose="030F0702030302020204" charset="0"/>
                <a:cs typeface="Comic Sans MS" panose="030F0702030302020204" charset="0"/>
              </a:rPr>
              <a:t>, </a:t>
            </a:r>
            <a:r>
              <a:rPr lang="en-US" altLang="en-US" sz="1600">
                <a:solidFill>
                  <a:srgbClr val="F46BBD"/>
                </a:solidFill>
                <a:latin typeface="Comic Sans MS" panose="030F0702030302020204" charset="0"/>
                <a:cs typeface="Comic Sans MS" panose="030F0702030302020204" charset="0"/>
              </a:rPr>
              <a:t>математика</a:t>
            </a:r>
            <a:r>
              <a:rPr lang="en-US" altLang="ru-RU" sz="1600">
                <a:solidFill>
                  <a:srgbClr val="F46BBD"/>
                </a:solidFill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600">
                <a:solidFill>
                  <a:srgbClr val="F46BBD"/>
                </a:solidFill>
                <a:latin typeface="Comic Sans MS" panose="030F0702030302020204" charset="0"/>
                <a:cs typeface="Comic Sans MS" panose="030F0702030302020204" charset="0"/>
              </a:rPr>
              <a:t>нас</a:t>
            </a:r>
            <a:r>
              <a:rPr lang="en-US" altLang="ru-RU" sz="1600">
                <a:solidFill>
                  <a:srgbClr val="F46BBD"/>
                </a:solidFill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600">
                <a:solidFill>
                  <a:srgbClr val="F46BBD"/>
                </a:solidFill>
                <a:latin typeface="Comic Sans MS" panose="030F0702030302020204" charset="0"/>
                <a:cs typeface="Comic Sans MS" panose="030F0702030302020204" charset="0"/>
              </a:rPr>
              <a:t>окружает</a:t>
            </a:r>
            <a:r>
              <a:rPr lang="en-US" altLang="ru-RU" sz="1600">
                <a:solidFill>
                  <a:srgbClr val="F46BBD"/>
                </a:solidFill>
                <a:latin typeface="Comic Sans MS" panose="030F0702030302020204" charset="0"/>
                <a:cs typeface="Comic Sans MS" panose="030F0702030302020204" charset="0"/>
              </a:rPr>
              <a:t>.</a:t>
            </a:r>
            <a:endParaRPr lang="en-US" altLang="ru-RU" sz="1600">
              <a:solidFill>
                <a:srgbClr val="F46BBD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" name="Google Shape;142;p14"/>
          <p:cNvSpPr txBox="1"/>
          <p:nvPr/>
        </p:nvSpPr>
        <p:spPr>
          <a:xfrm>
            <a:off x="3745720" y="1740010"/>
            <a:ext cx="1914972" cy="257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 sz="1600">
                <a:latin typeface="Comic Sans MS" panose="030F0702030302020204" charset="0"/>
                <a:cs typeface="Comic Sans MS" panose="030F0702030302020204" charset="0"/>
              </a:rPr>
              <a:t>Автобусы</a:t>
            </a:r>
            <a:endParaRPr lang="ru-RU" altLang="en-US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" name="Google Shape;142;p14"/>
          <p:cNvSpPr txBox="1"/>
          <p:nvPr/>
        </p:nvSpPr>
        <p:spPr>
          <a:xfrm>
            <a:off x="1157460" y="1740010"/>
            <a:ext cx="1914972" cy="257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altLang="en-US" sz="1600">
                <a:latin typeface="Comic Sans MS" panose="030F0702030302020204" charset="0"/>
                <a:cs typeface="Comic Sans MS" panose="030F0702030302020204" charset="0"/>
              </a:rPr>
              <a:t>Д</a:t>
            </a: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</a:rPr>
              <a:t>орожные</a:t>
            </a:r>
            <a:r>
              <a:rPr lang="en-US" altLang="ru-RU" sz="16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600">
                <a:latin typeface="Comic Sans MS" panose="030F0702030302020204" charset="0"/>
                <a:cs typeface="Comic Sans MS" panose="030F0702030302020204" charset="0"/>
              </a:rPr>
              <a:t>знаки</a:t>
            </a:r>
            <a:endParaRPr lang="en-US" altLang="en-US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" name="Google Shape;143;p14"/>
          <p:cNvSpPr txBox="1"/>
          <p:nvPr/>
        </p:nvSpPr>
        <p:spPr>
          <a:xfrm>
            <a:off x="3309620" y="3686810"/>
            <a:ext cx="2778125" cy="62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В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автобусах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тоже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есть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математика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—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номера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маршрутов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и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200">
                <a:latin typeface="Comic Sans MS" panose="030F0702030302020204" charset="0"/>
                <a:cs typeface="Comic Sans MS" panose="030F0702030302020204" charset="0"/>
              </a:rPr>
              <a:t>расписание</a:t>
            </a:r>
            <a:r>
              <a:rPr lang="en-US" altLang="ru-RU" sz="1200">
                <a:latin typeface="Comic Sans MS" panose="030F0702030302020204" charset="0"/>
                <a:cs typeface="Comic Sans MS" panose="030F0702030302020204" charset="0"/>
              </a:rPr>
              <a:t>.</a:t>
            </a:r>
            <a:endParaRPr lang="en-US" altLang="ru-RU" sz="12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" name="Google Shape;143;p14"/>
          <p:cNvSpPr txBox="1"/>
          <p:nvPr/>
        </p:nvSpPr>
        <p:spPr>
          <a:xfrm>
            <a:off x="6238875" y="3596005"/>
            <a:ext cx="2793365" cy="1307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000">
                <a:latin typeface="Comic Sans MS" panose="030F0702030302020204" charset="0"/>
                <a:cs typeface="Comic Sans MS" panose="030F0702030302020204" charset="0"/>
              </a:rPr>
              <a:t>Даже</a:t>
            </a:r>
            <a:r>
              <a:rPr lang="en-US" altLang="ru-RU" sz="10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000">
                <a:latin typeface="Comic Sans MS" panose="030F0702030302020204" charset="0"/>
                <a:cs typeface="Comic Sans MS" panose="030F0702030302020204" charset="0"/>
              </a:rPr>
              <a:t>дома</a:t>
            </a:r>
            <a:r>
              <a:rPr lang="en-US" altLang="ru-RU" sz="10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000">
                <a:latin typeface="Comic Sans MS" panose="030F0702030302020204" charset="0"/>
                <a:cs typeface="Comic Sans MS" panose="030F0702030302020204" charset="0"/>
              </a:rPr>
              <a:t>вокруг</a:t>
            </a:r>
            <a:r>
              <a:rPr lang="en-US" altLang="ru-RU" sz="10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000">
                <a:latin typeface="Comic Sans MS" panose="030F0702030302020204" charset="0"/>
                <a:cs typeface="Comic Sans MS" panose="030F0702030302020204" charset="0"/>
              </a:rPr>
              <a:t>нас</a:t>
            </a:r>
            <a:r>
              <a:rPr lang="en-US" altLang="ru-RU" sz="10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000">
                <a:latin typeface="Comic Sans MS" panose="030F0702030302020204" charset="0"/>
                <a:cs typeface="Comic Sans MS" panose="030F0702030302020204" charset="0"/>
              </a:rPr>
              <a:t>построены</a:t>
            </a:r>
            <a:r>
              <a:rPr lang="en-US" altLang="ru-RU" sz="10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000">
                <a:latin typeface="Comic Sans MS" panose="030F0702030302020204" charset="0"/>
                <a:cs typeface="Comic Sans MS" panose="030F0702030302020204" charset="0"/>
              </a:rPr>
              <a:t>благодаря</a:t>
            </a:r>
            <a:r>
              <a:rPr lang="en-US" altLang="ru-RU" sz="10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000">
                <a:latin typeface="Comic Sans MS" panose="030F0702030302020204" charset="0"/>
                <a:cs typeface="Comic Sans MS" panose="030F0702030302020204" charset="0"/>
              </a:rPr>
              <a:t>математике</a:t>
            </a:r>
            <a:r>
              <a:rPr lang="en-US" altLang="ru-RU" sz="1000">
                <a:latin typeface="Comic Sans MS" panose="030F0702030302020204" charset="0"/>
                <a:cs typeface="Comic Sans MS" panose="030F0702030302020204" charset="0"/>
              </a:rPr>
              <a:t> — </a:t>
            </a:r>
            <a:r>
              <a:rPr lang="en-US" altLang="en-US" sz="1000">
                <a:latin typeface="Comic Sans MS" panose="030F0702030302020204" charset="0"/>
                <a:cs typeface="Comic Sans MS" panose="030F0702030302020204" charset="0"/>
              </a:rPr>
              <a:t>строители</a:t>
            </a:r>
            <a:r>
              <a:rPr lang="en-US" altLang="ru-RU" sz="10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000">
                <a:latin typeface="Comic Sans MS" panose="030F0702030302020204" charset="0"/>
                <a:cs typeface="Comic Sans MS" panose="030F0702030302020204" charset="0"/>
              </a:rPr>
              <a:t>рассчитывают</a:t>
            </a:r>
            <a:r>
              <a:rPr lang="en-US" altLang="ru-RU" sz="1000">
                <a:latin typeface="Comic Sans MS" panose="030F0702030302020204" charset="0"/>
                <a:cs typeface="Comic Sans MS" panose="030F0702030302020204" charset="0"/>
              </a:rPr>
              <a:t>, </a:t>
            </a:r>
            <a:r>
              <a:rPr lang="en-US" altLang="en-US" sz="1000">
                <a:latin typeface="Comic Sans MS" panose="030F0702030302020204" charset="0"/>
                <a:cs typeface="Comic Sans MS" panose="030F0702030302020204" charset="0"/>
              </a:rPr>
              <a:t>как</a:t>
            </a:r>
            <a:r>
              <a:rPr lang="en-US" altLang="ru-RU" sz="10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000">
                <a:latin typeface="Comic Sans MS" panose="030F0702030302020204" charset="0"/>
                <a:cs typeface="Comic Sans MS" panose="030F0702030302020204" charset="0"/>
              </a:rPr>
              <a:t>сделать</a:t>
            </a:r>
            <a:r>
              <a:rPr lang="en-US" altLang="ru-RU" sz="10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000">
                <a:latin typeface="Comic Sans MS" panose="030F0702030302020204" charset="0"/>
                <a:cs typeface="Comic Sans MS" panose="030F0702030302020204" charset="0"/>
              </a:rPr>
              <a:t>стены</a:t>
            </a:r>
            <a:r>
              <a:rPr lang="en-US" altLang="ru-RU" sz="1000">
                <a:latin typeface="Comic Sans MS" panose="030F0702030302020204" charset="0"/>
                <a:cs typeface="Comic Sans MS" panose="030F0702030302020204" charset="0"/>
              </a:rPr>
              <a:t>, </a:t>
            </a:r>
            <a:r>
              <a:rPr lang="en-US" altLang="en-US" sz="1000">
                <a:latin typeface="Comic Sans MS" panose="030F0702030302020204" charset="0"/>
                <a:cs typeface="Comic Sans MS" panose="030F0702030302020204" charset="0"/>
              </a:rPr>
              <a:t>чтобы</a:t>
            </a:r>
            <a:r>
              <a:rPr lang="en-US" altLang="ru-RU" sz="10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000">
                <a:latin typeface="Comic Sans MS" panose="030F0702030302020204" charset="0"/>
                <a:cs typeface="Comic Sans MS" panose="030F0702030302020204" charset="0"/>
              </a:rPr>
              <a:t>они</a:t>
            </a:r>
            <a:r>
              <a:rPr lang="en-US" altLang="ru-RU" sz="10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000">
                <a:latin typeface="Comic Sans MS" panose="030F0702030302020204" charset="0"/>
                <a:cs typeface="Comic Sans MS" panose="030F0702030302020204" charset="0"/>
              </a:rPr>
              <a:t>были</a:t>
            </a:r>
            <a:r>
              <a:rPr lang="en-US" altLang="ru-RU" sz="10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000">
                <a:latin typeface="Comic Sans MS" panose="030F0702030302020204" charset="0"/>
                <a:cs typeface="Comic Sans MS" panose="030F0702030302020204" charset="0"/>
              </a:rPr>
              <a:t>ровными</a:t>
            </a:r>
            <a:r>
              <a:rPr lang="en-US" altLang="ru-RU" sz="10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000">
                <a:latin typeface="Comic Sans MS" panose="030F0702030302020204" charset="0"/>
                <a:cs typeface="Comic Sans MS" panose="030F0702030302020204" charset="0"/>
              </a:rPr>
              <a:t>и</a:t>
            </a:r>
            <a:r>
              <a:rPr lang="en-US" altLang="ru-RU" sz="10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en-US" sz="1000">
                <a:latin typeface="Comic Sans MS" panose="030F0702030302020204" charset="0"/>
                <a:cs typeface="Comic Sans MS" panose="030F0702030302020204" charset="0"/>
              </a:rPr>
              <a:t>крепкими</a:t>
            </a:r>
            <a:r>
              <a:rPr lang="en-US" altLang="ru-RU" sz="1000">
                <a:latin typeface="Comic Sans MS" panose="030F0702030302020204" charset="0"/>
                <a:cs typeface="Comic Sans MS" panose="030F0702030302020204" charset="0"/>
              </a:rPr>
              <a:t>.</a:t>
            </a:r>
            <a:endParaRPr lang="en-US" altLang="ru-RU" sz="1000">
              <a:latin typeface="Comic Sans MS" panose="030F0702030302020204" charset="0"/>
              <a:cs typeface="Comic Sans MS" panose="030F0702030302020204" charset="0"/>
            </a:endParaRPr>
          </a:p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000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6" name="Изображение 5" descr="pngwing.com (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980" y="2191385"/>
            <a:ext cx="1408430" cy="1408430"/>
          </a:xfrm>
          <a:prstGeom prst="rect">
            <a:avLst/>
          </a:prstGeom>
        </p:spPr>
      </p:pic>
      <p:pic>
        <p:nvPicPr>
          <p:cNvPr id="8" name="Изображение 7" descr="pngwing.com (3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2205" y="2124075"/>
            <a:ext cx="2062480" cy="1475740"/>
          </a:xfrm>
          <a:prstGeom prst="rect">
            <a:avLst/>
          </a:prstGeom>
        </p:spPr>
      </p:pic>
      <p:pic>
        <p:nvPicPr>
          <p:cNvPr id="9" name="Изображение 8" descr="a130fd5a46a3759a9604676698f7b7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5445" y="2079625"/>
            <a:ext cx="1286510" cy="12865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DC"/>
        </a:solidFill>
        <a:effectLst/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1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377415" y="578989"/>
            <a:ext cx="2623176" cy="40501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" name="Google Shape;283;p18"/>
          <p:cNvGrpSpPr/>
          <p:nvPr/>
        </p:nvGrpSpPr>
        <p:grpSpPr>
          <a:xfrm>
            <a:off x="6152044" y="833438"/>
            <a:ext cx="2739390" cy="3590925"/>
            <a:chOff x="0" y="114300"/>
            <a:chExt cx="7305040" cy="9575801"/>
          </a:xfrm>
        </p:grpSpPr>
        <p:sp>
          <p:nvSpPr>
            <p:cNvPr id="284" name="Google Shape;284;p18"/>
            <p:cNvSpPr txBox="1"/>
            <p:nvPr/>
          </p:nvSpPr>
          <p:spPr>
            <a:xfrm>
              <a:off x="298026" y="3373967"/>
              <a:ext cx="7007014" cy="63161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Итак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,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математика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—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это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не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просто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скучные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цифры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или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примеры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в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тетради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.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Она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помогает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нам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каждый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день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: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на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кухне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,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в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транспорте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,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в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природе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,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в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играх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.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Без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математики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мы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бы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не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смогли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строить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дома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,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летать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на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самолетах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или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даже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смотреть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1200">
                  <a:latin typeface="Comic Sans MS" panose="030F0702030302020204" charset="0"/>
                  <a:cs typeface="Comic Sans MS" panose="030F0702030302020204" charset="0"/>
                </a:rPr>
                <a:t>мультфильмы</a:t>
              </a:r>
              <a:r>
                <a:rPr lang="en-US" altLang="ru-RU" sz="1200">
                  <a:latin typeface="Comic Sans MS" panose="030F0702030302020204" charset="0"/>
                  <a:cs typeface="Comic Sans MS" panose="030F0702030302020204" charset="0"/>
                </a:rPr>
                <a:t>.</a:t>
              </a:r>
              <a:endParaRPr lang="en-US" altLang="ru-RU" sz="1200">
                <a:latin typeface="Comic Sans MS" panose="030F0702030302020204" charset="0"/>
                <a:cs typeface="Comic Sans MS" panose="030F0702030302020204" charset="0"/>
              </a:endParaRPr>
            </a:p>
            <a:p>
              <a:pPr marL="0" marR="0" lvl="1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altLang="ru-RU" sz="700"/>
            </a:p>
            <a:p>
              <a:pPr marL="0" marR="0" lvl="1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altLang="ru-RU" sz="700"/>
            </a:p>
          </p:txBody>
        </p:sp>
        <p:sp>
          <p:nvSpPr>
            <p:cNvPr id="285" name="Google Shape;285;p18"/>
            <p:cNvSpPr txBox="1"/>
            <p:nvPr/>
          </p:nvSpPr>
          <p:spPr>
            <a:xfrm>
              <a:off x="0" y="114300"/>
              <a:ext cx="7304214" cy="24096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US" sz="2800">
                  <a:latin typeface="Comic Sans MS" panose="030F0702030302020204" charset="0"/>
                  <a:cs typeface="Comic Sans MS" panose="030F0702030302020204" charset="0"/>
                </a:rPr>
                <a:t>Результат</a:t>
              </a:r>
              <a:r>
                <a:rPr lang="en-US" altLang="ru-RU" sz="2800">
                  <a:latin typeface="Comic Sans MS" panose="030F0702030302020204" charset="0"/>
                  <a:cs typeface="Comic Sans MS" panose="030F0702030302020204" charset="0"/>
                </a:rPr>
                <a:t> </a:t>
              </a:r>
              <a:r>
                <a:rPr lang="en-US" altLang="en-US" sz="2800">
                  <a:latin typeface="Comic Sans MS" panose="030F0702030302020204" charset="0"/>
                  <a:cs typeface="Comic Sans MS" panose="030F0702030302020204" charset="0"/>
                </a:rPr>
                <a:t>анализа</a:t>
              </a:r>
              <a:r>
                <a:rPr lang="en-US" altLang="ru-RU" sz="2800">
                  <a:latin typeface="Comic Sans MS" panose="030F0702030302020204" charset="0"/>
                  <a:cs typeface="Comic Sans MS" panose="030F0702030302020204" charset="0"/>
                </a:rPr>
                <a:t>:</a:t>
              </a:r>
              <a:endParaRPr lang="en-US" altLang="ru-RU" sz="2800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</p:grpSp>
      <p:sp>
        <p:nvSpPr>
          <p:cNvPr id="287" name="Google Shape;287;p18"/>
          <p:cNvSpPr/>
          <p:nvPr/>
        </p:nvSpPr>
        <p:spPr>
          <a:xfrm rot="9014571">
            <a:off x="7861956" y="4174483"/>
            <a:ext cx="2219518" cy="1549627"/>
          </a:xfrm>
          <a:custGeom>
            <a:avLst/>
            <a:gdLst/>
            <a:ahLst/>
            <a:cxnLst/>
            <a:rect l="l" t="t" r="r" b="b"/>
            <a:pathLst>
              <a:path w="4439036" h="3099254" extrusionOk="0">
                <a:moveTo>
                  <a:pt x="0" y="0"/>
                </a:moveTo>
                <a:lnTo>
                  <a:pt x="4439036" y="0"/>
                </a:lnTo>
                <a:lnTo>
                  <a:pt x="4439036" y="3099254"/>
                </a:lnTo>
                <a:lnTo>
                  <a:pt x="0" y="3099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288" name="Google Shape;288;p18"/>
          <p:cNvSpPr/>
          <p:nvPr/>
        </p:nvSpPr>
        <p:spPr>
          <a:xfrm rot="6874245">
            <a:off x="7667690" y="-779806"/>
            <a:ext cx="1114736" cy="2057400"/>
          </a:xfrm>
          <a:custGeom>
            <a:avLst/>
            <a:gdLst/>
            <a:ahLst/>
            <a:cxnLst/>
            <a:rect l="l" t="t" r="r" b="b"/>
            <a:pathLst>
              <a:path w="2229473" h="4114800" extrusionOk="0">
                <a:moveTo>
                  <a:pt x="0" y="0"/>
                </a:moveTo>
                <a:lnTo>
                  <a:pt x="2229473" y="0"/>
                </a:lnTo>
                <a:lnTo>
                  <a:pt x="22294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pic>
        <p:nvPicPr>
          <p:cNvPr id="1" name="Изображение 0"/>
          <p:cNvPicPr/>
          <p:nvPr/>
        </p:nvPicPr>
        <p:blipFill>
          <a:blip r:embed="rId4"/>
          <a:srcRect l="5483"/>
          <a:stretch>
            <a:fillRect/>
          </a:stretch>
        </p:blipFill>
        <p:spPr>
          <a:xfrm>
            <a:off x="235585" y="578485"/>
            <a:ext cx="2879090" cy="40506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1D1D1B"/>
      </a:dk1>
      <a:lt1>
        <a:srgbClr val="FFF4DC"/>
      </a:lt1>
      <a:dk2>
        <a:srgbClr val="1D1D1B"/>
      </a:dk2>
      <a:lt2>
        <a:srgbClr val="FFF4DC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1560</Words>
  <Application>WPS Presentation</Application>
  <PresentationFormat/>
  <Paragraphs>55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53" baseType="lpstr">
      <vt:lpstr>Arial</vt:lpstr>
      <vt:lpstr>SimSun</vt:lpstr>
      <vt:lpstr>Wingdings</vt:lpstr>
      <vt:lpstr>Arial</vt:lpstr>
      <vt:lpstr>Architects Daughter</vt:lpstr>
      <vt:lpstr>Gloria Hallelujah</vt:lpstr>
      <vt:lpstr>Andika</vt:lpstr>
      <vt:lpstr>Calibri</vt:lpstr>
      <vt:lpstr>Poppins</vt:lpstr>
      <vt:lpstr>Sue Ellen Francisco</vt:lpstr>
      <vt:lpstr>Microsoft YaHei</vt:lpstr>
      <vt:lpstr>Arial Unicode MS</vt:lpstr>
      <vt:lpstr>Bahnschrift Light Condensed</vt:lpstr>
      <vt:lpstr>Bahnschrift SemiBold SemiCondensed</vt:lpstr>
      <vt:lpstr>Bookman Old Style</vt:lpstr>
      <vt:lpstr>Cambria</vt:lpstr>
      <vt:lpstr>Candara Light</vt:lpstr>
      <vt:lpstr>Cascadia Code Light</vt:lpstr>
      <vt:lpstr>Cascadia Mono Light</vt:lpstr>
      <vt:lpstr>Cascadia Mono SemiBold</vt:lpstr>
      <vt:lpstr>Century</vt:lpstr>
      <vt:lpstr>Century Schoolbook</vt:lpstr>
      <vt:lpstr>Comic Sans MS</vt:lpstr>
      <vt:lpstr>Corbel Light</vt:lpstr>
      <vt:lpstr>Corbel</vt:lpstr>
      <vt:lpstr>Constantia</vt:lpstr>
      <vt:lpstr>Consolas</vt:lpstr>
      <vt:lpstr>Century Gothic</vt:lpstr>
      <vt:lpstr>Arial Black</vt:lpstr>
      <vt:lpstr>Arial Narrow</vt:lpstr>
      <vt:lpstr>Bahnschrift Condensed</vt:lpstr>
      <vt:lpstr>Bahnschrift Light SemiCondensed</vt:lpstr>
      <vt:lpstr>Bahnschrift SemiBold</vt:lpstr>
      <vt:lpstr>Bahnschrift SemiCondensed</vt:lpstr>
      <vt:lpstr>Bahnschrift SemiLight</vt:lpstr>
      <vt:lpstr>Bahnschrift SemiLight Condensed</vt:lpstr>
      <vt:lpstr>Calibri</vt:lpstr>
      <vt:lpstr>Calibri Light</vt:lpstr>
      <vt:lpstr>Candara</vt:lpstr>
      <vt:lpstr>Cascadia Code</vt:lpstr>
      <vt:lpstr>Cascadia Code ExtraLight</vt:lpstr>
      <vt:lpstr>Cascadia Code SemiBold</vt:lpstr>
      <vt:lpstr>Cascadia Code SemiLight</vt:lpstr>
      <vt:lpstr>Cascadia Mono</vt:lpstr>
      <vt:lpstr>Cascadia Mono ExtraLight</vt:lpstr>
      <vt:lpstr>Cascadia Mono SemiLight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Ksusha Kn</cp:lastModifiedBy>
  <cp:revision>2</cp:revision>
  <dcterms:created xsi:type="dcterms:W3CDTF">2025-03-31T13:44:39Z</dcterms:created>
  <dcterms:modified xsi:type="dcterms:W3CDTF">2025-03-31T13:46:21Z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A46004F768FC4F6481248F407B5AE6E2_13</vt:lpwstr>
  </property>
  <property fmtid="{D5CDD505-2E9C-101B-9397-08002B2CF9AE}" pid="3" name="KSOProductBuildVer">
    <vt:lpwstr>1049-12.2.0.20326</vt:lpwstr>
  </property>
</Properties>
</file>